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58" r:id="rId4"/>
    <p:sldId id="271" r:id="rId5"/>
    <p:sldId id="269" r:id="rId6"/>
    <p:sldId id="261" r:id="rId7"/>
    <p:sldId id="262" r:id="rId8"/>
    <p:sldId id="263" r:id="rId9"/>
    <p:sldId id="272" r:id="rId10"/>
    <p:sldId id="265" r:id="rId11"/>
    <p:sldId id="266" r:id="rId12"/>
    <p:sldId id="267" r:id="rId13"/>
    <p:sldId id="268" r:id="rId14"/>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7" d="100"/>
          <a:sy n="97" d="100"/>
        </p:scale>
        <p:origin x="119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19"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a:r>
              <a:rPr lang="en-IN" sz="4400" b="0" u="none" strike="noStrike">
                <a:solidFill>
                  <a:srgbClr val="000000"/>
                </a:solidFill>
                <a:effectLst/>
                <a:uFillTx/>
                <a:latin typeface="Arial"/>
              </a:rPr>
              <a:t>Click to move the slide</a:t>
            </a:r>
          </a:p>
        </p:txBody>
      </p:sp>
      <p:sp>
        <p:nvSpPr>
          <p:cNvPr id="220"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en-IN" sz="2000" b="0" u="none" strike="noStrike">
                <a:solidFill>
                  <a:srgbClr val="000000"/>
                </a:solidFill>
                <a:effectLst/>
                <a:uFillTx/>
                <a:latin typeface="Arial"/>
              </a:rPr>
              <a:t>Click to edit the notes format</a:t>
            </a:r>
          </a:p>
        </p:txBody>
      </p:sp>
      <p:sp>
        <p:nvSpPr>
          <p:cNvPr id="221"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IN" sz="1400" b="0" u="none" strike="noStrike">
                <a:solidFill>
                  <a:srgbClr val="000000"/>
                </a:solidFill>
                <a:effectLst/>
                <a:uFillTx/>
                <a:latin typeface="Times New Roman"/>
              </a:rPr>
              <a:t>&lt;header&gt;</a:t>
            </a:r>
          </a:p>
        </p:txBody>
      </p:sp>
      <p:sp>
        <p:nvSpPr>
          <p:cNvPr id="222"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IN" sz="1400" b="0" u="none" strike="noStrike">
                <a:solidFill>
                  <a:srgbClr val="000000"/>
                </a:solidFill>
                <a:effectLst/>
                <a:uFillTx/>
                <a:latin typeface="Times New Roman"/>
              </a:defRPr>
            </a:lvl1pPr>
          </a:lstStyle>
          <a:p>
            <a:pPr indent="0" algn="r">
              <a:buNone/>
            </a:pPr>
            <a:r>
              <a:rPr lang="en-IN" sz="1400" b="0" u="none" strike="noStrike">
                <a:solidFill>
                  <a:srgbClr val="000000"/>
                </a:solidFill>
                <a:effectLst/>
                <a:uFillTx/>
                <a:latin typeface="Times New Roman"/>
              </a:rPr>
              <a:t>&lt;date/time&gt;</a:t>
            </a:r>
          </a:p>
        </p:txBody>
      </p:sp>
      <p:sp>
        <p:nvSpPr>
          <p:cNvPr id="223"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buNone/>
              <a:defRPr lang="en-IN" sz="1400" b="0" u="none" strike="noStrike">
                <a:solidFill>
                  <a:srgbClr val="000000"/>
                </a:solidFill>
                <a:effectLst/>
                <a:uFillTx/>
                <a:latin typeface="Times New Roman"/>
              </a:defRPr>
            </a:lvl1pPr>
          </a:lstStyle>
          <a:p>
            <a:pPr indent="0">
              <a:buNone/>
            </a:pPr>
            <a:r>
              <a:rPr lang="en-IN" sz="1400" b="0" u="none" strike="noStrike">
                <a:solidFill>
                  <a:srgbClr val="000000"/>
                </a:solidFill>
                <a:effectLst/>
                <a:uFillTx/>
                <a:latin typeface="Times New Roman"/>
              </a:rPr>
              <a:t>&lt;footer&gt;</a:t>
            </a:r>
          </a:p>
        </p:txBody>
      </p:sp>
      <p:sp>
        <p:nvSpPr>
          <p:cNvPr id="224"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IN" sz="1400" b="0" u="none" strike="noStrike">
                <a:solidFill>
                  <a:srgbClr val="000000"/>
                </a:solidFill>
                <a:effectLst/>
                <a:uFillTx/>
                <a:latin typeface="Times New Roman"/>
              </a:defRPr>
            </a:lvl1pPr>
          </a:lstStyle>
          <a:p>
            <a:pPr indent="0" algn="r">
              <a:buNone/>
            </a:pPr>
            <a:fld id="{B3DFCA1C-FF37-4AA7-9127-6B5ABC99B24B}" type="slidenum">
              <a:rPr lang="en-IN" sz="1400" b="0" u="none" strike="noStrike">
                <a:solidFill>
                  <a:srgbClr val="000000"/>
                </a:solidFill>
                <a:effectLst/>
                <a:uFillTx/>
                <a:latin typeface="Times New Roman"/>
              </a:rPr>
              <a:t>‹#›</a:t>
            </a:fld>
            <a:endParaRPr lang="en-IN"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 name="PlaceHolder 1"/>
          <p:cNvSpPr>
            <a:spLocks noGrp="1" noRot="1" noChangeAspect="1"/>
          </p:cNvSpPr>
          <p:nvPr>
            <p:ph type="sldImg"/>
          </p:nvPr>
        </p:nvSpPr>
        <p:spPr>
          <a:xfrm>
            <a:off x="1374775" y="1336675"/>
            <a:ext cx="4808538" cy="3606800"/>
          </a:xfrm>
          <a:prstGeom prst="rect">
            <a:avLst/>
          </a:prstGeom>
          <a:ln w="0">
            <a:noFill/>
          </a:ln>
        </p:spPr>
      </p:sp>
      <p:sp>
        <p:nvSpPr>
          <p:cNvPr id="250" name="PlaceHolder 2"/>
          <p:cNvSpPr>
            <a:spLocks noGrp="1"/>
          </p:cNvSpPr>
          <p:nvPr>
            <p:ph type="body"/>
          </p:nvPr>
        </p:nvSpPr>
        <p:spPr>
          <a:xfrm>
            <a:off x="755640" y="5145120"/>
            <a:ext cx="6047280" cy="4209120"/>
          </a:xfrm>
          <a:prstGeom prst="rect">
            <a:avLst/>
          </a:prstGeom>
          <a:noFill/>
          <a:ln w="0">
            <a:noFill/>
          </a:ln>
        </p:spPr>
        <p:txBody>
          <a:bodyPr lIns="91440" tIns="45720" rIns="91440" bIns="45720" anchor="t">
            <a:noAutofit/>
          </a:bodyPr>
          <a:lstStyle/>
          <a:p>
            <a:pPr indent="0">
              <a:buNone/>
            </a:pPr>
            <a:endParaRPr lang="en-IN" sz="1800" b="0" u="none" strike="noStrike">
              <a:solidFill>
                <a:srgbClr val="000000"/>
              </a:solidFill>
              <a:effectLst/>
              <a:uFillTx/>
              <a:latin typeface="Arial"/>
            </a:endParaRPr>
          </a:p>
        </p:txBody>
      </p:sp>
      <p:sp>
        <p:nvSpPr>
          <p:cNvPr id="251" name="PlaceHolder 3"/>
          <p:cNvSpPr>
            <a:spLocks noGrp="1"/>
          </p:cNvSpPr>
          <p:nvPr>
            <p:ph type="sldNum" idx="4"/>
          </p:nvPr>
        </p:nvSpPr>
        <p:spPr>
          <a:xfrm>
            <a:off x="4281480" y="10155240"/>
            <a:ext cx="3275640" cy="5353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77DB7EC4-955D-40AC-838F-13CCD49676DA}" type="slidenum">
              <a:rPr lang="en-US" sz="1200" b="0" u="none" strike="noStrike">
                <a:solidFill>
                  <a:schemeClr val="dk1"/>
                </a:solidFill>
                <a:effectLst/>
                <a:uFillTx/>
                <a:latin typeface="+mn-lt"/>
                <a:ea typeface="+mn-ea"/>
              </a:rPr>
              <a:t>1</a:t>
            </a:fld>
            <a:endParaRPr lang="en-IN" sz="1200" b="0" u="none" strike="noStrike">
              <a:solidFill>
                <a:srgbClr val="000000"/>
              </a:solidFill>
              <a:effectLst/>
              <a:uFillTx/>
              <a:latin typeface="Times New Roman"/>
            </a:endParaRPr>
          </a:p>
        </p:txBody>
      </p:sp>
      <p:sp>
        <p:nvSpPr>
          <p:cNvPr id="252" name="PlaceHolder 4"/>
          <p:cNvSpPr>
            <a:spLocks noGrp="1"/>
          </p:cNvSpPr>
          <p:nvPr>
            <p:ph type="ftr" idx="5"/>
          </p:nvPr>
        </p:nvSpPr>
        <p:spPr>
          <a:xfrm>
            <a:off x="0" y="10155240"/>
            <a:ext cx="3275640" cy="535320"/>
          </a:xfrm>
          <a:prstGeom prst="rect">
            <a:avLst/>
          </a:prstGeom>
          <a:noFill/>
          <a:ln w="0">
            <a:noFill/>
          </a:ln>
        </p:spPr>
        <p:txBody>
          <a:bodyPr lIns="91440" tIns="45720" rIns="91440" bIns="45720" anchor="b">
            <a:noAutofit/>
          </a:bodyPr>
          <a:lstStyle>
            <a:lvl1pPr indent="0">
              <a:lnSpc>
                <a:spcPct val="100000"/>
              </a:lnSpc>
              <a:buNone/>
              <a:tabLst>
                <a:tab pos="0" algn="l"/>
              </a:tabLst>
              <a:defRPr lang="en-US" sz="1200" b="0" u="none" strike="noStrike">
                <a:solidFill>
                  <a:srgbClr val="000000"/>
                </a:solidFill>
                <a:effectLst/>
                <a:uFillTx/>
                <a:latin typeface="Times New Roman"/>
              </a:defRPr>
            </a:lvl1pPr>
          </a:lstStyle>
          <a:p>
            <a:pPr indent="0">
              <a:lnSpc>
                <a:spcPct val="100000"/>
              </a:lnSpc>
              <a:buNone/>
              <a:tabLst>
                <a:tab pos="0" algn="l"/>
              </a:tabLst>
            </a:pPr>
            <a:r>
              <a:rPr lang="en-US" sz="1200" b="0" u="none" strike="noStrike">
                <a:solidFill>
                  <a:srgbClr val="000000"/>
                </a:solidFill>
                <a:effectLst/>
                <a:uFillTx/>
                <a:latin typeface="Times New Roman"/>
              </a:rPr>
              <a:t>Name of the faculty [Group: G00] [Sem:2nd]</a:t>
            </a:r>
            <a:endParaRPr lang="en-IN"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reserve="1">
  <p:cSld name="Title Slide">
    <p:bg>
      <p:bgPr>
        <a:solidFill>
          <a:srgbClr val="FFFFFF"/>
        </a:solidFill>
        <a:effectLst/>
      </p:bgPr>
    </p:bg>
    <p:spTree>
      <p:nvGrpSpPr>
        <p:cNvPr id="1" name=""/>
        <p:cNvGrpSpPr/>
        <p:nvPr/>
      </p:nvGrpSpPr>
      <p:grpSpPr>
        <a:xfrm>
          <a:off x="0" y="0"/>
          <a:ext cx="0" cy="0"/>
          <a:chOff x="0" y="0"/>
          <a:chExt cx="0" cy="0"/>
        </a:xfrm>
      </p:grpSpPr>
      <p:sp>
        <p:nvSpPr>
          <p:cNvPr id="2" name="CustomShape 1"/>
          <p:cNvSpPr/>
          <p:nvPr/>
        </p:nvSpPr>
        <p:spPr>
          <a:xfrm>
            <a:off x="0" y="0"/>
            <a:ext cx="914256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sp>
        <p:nvSpPr>
          <p:cNvPr id="3" name="CustomShape 2"/>
          <p:cNvSpPr/>
          <p:nvPr/>
        </p:nvSpPr>
        <p:spPr>
          <a:xfrm flipV="1">
            <a:off x="0" y="6703920"/>
            <a:ext cx="9142560" cy="19656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4" name="Picture 10" descr="LOGO.gif"/>
          <p:cNvPicPr/>
          <p:nvPr/>
        </p:nvPicPr>
        <p:blipFill>
          <a:blip r:embed="rId2"/>
          <a:srcRect b="10738"/>
          <a:stretch/>
        </p:blipFill>
        <p:spPr>
          <a:xfrm>
            <a:off x="6553080" y="228600"/>
            <a:ext cx="2055960" cy="633600"/>
          </a:xfrm>
          <a:prstGeom prst="rect">
            <a:avLst/>
          </a:prstGeom>
          <a:noFill/>
          <a:ln w="9360">
            <a:noFill/>
          </a:ln>
        </p:spPr>
      </p:pic>
      <p:pic>
        <p:nvPicPr>
          <p:cNvPr id="5" name="Picture 10" descr="LOGO.gif"/>
          <p:cNvPicPr/>
          <p:nvPr/>
        </p:nvPicPr>
        <p:blipFill>
          <a:blip r:embed="rId2"/>
          <a:srcRect b="10738"/>
          <a:stretch/>
        </p:blipFill>
        <p:spPr>
          <a:xfrm>
            <a:off x="6553080" y="228600"/>
            <a:ext cx="2055960" cy="633600"/>
          </a:xfrm>
          <a:prstGeom prst="rect">
            <a:avLst/>
          </a:prstGeom>
          <a:noFill/>
          <a:ln w="9360">
            <a:noFill/>
          </a:ln>
        </p:spPr>
      </p:pic>
      <p:grpSp>
        <p:nvGrpSpPr>
          <p:cNvPr id="6" name="Group 3"/>
          <p:cNvGrpSpPr/>
          <p:nvPr/>
        </p:nvGrpSpPr>
        <p:grpSpPr>
          <a:xfrm>
            <a:off x="6146640" y="0"/>
            <a:ext cx="2995920" cy="874800"/>
            <a:chOff x="6146640" y="0"/>
            <a:chExt cx="2995920" cy="874800"/>
          </a:xfrm>
        </p:grpSpPr>
        <p:sp>
          <p:nvSpPr>
            <p:cNvPr id="7" name="CustomShape 4"/>
            <p:cNvSpPr/>
            <p:nvPr/>
          </p:nvSpPr>
          <p:spPr>
            <a:xfrm>
              <a:off x="6146640" y="0"/>
              <a:ext cx="299592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8" name="Picture 9" descr="LOGO.gif"/>
            <p:cNvPicPr/>
            <p:nvPr/>
          </p:nvPicPr>
          <p:blipFill>
            <a:blip r:embed="rId2"/>
            <a:srcRect b="10738"/>
            <a:stretch/>
          </p:blipFill>
          <p:spPr>
            <a:xfrm>
              <a:off x="6553080" y="228600"/>
              <a:ext cx="2055960" cy="633600"/>
            </a:xfrm>
            <a:prstGeom prst="rect">
              <a:avLst/>
            </a:prstGeom>
            <a:noFill/>
            <a:ln w="9360">
              <a:noFill/>
            </a:ln>
          </p:spPr>
        </p:pic>
        <p:sp>
          <p:nvSpPr>
            <p:cNvPr id="9" name="CustomShape 5"/>
            <p:cNvSpPr/>
            <p:nvPr/>
          </p:nvSpPr>
          <p:spPr>
            <a:xfrm>
              <a:off x="6527880" y="190440"/>
              <a:ext cx="2075040" cy="6843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pPr>
                <a:lnSpc>
                  <a:spcPct val="100000"/>
                </a:lnSpc>
              </a:pPr>
              <a:endParaRPr lang="en-US" sz="1800" b="0" u="none" strike="noStrike">
                <a:solidFill>
                  <a:srgbClr val="000000"/>
                </a:solidFill>
                <a:effectLst/>
                <a:uFillTx/>
                <a:latin typeface="Arial"/>
                <a:ea typeface="DejaVu Sans"/>
              </a:endParaRPr>
            </a:p>
          </p:txBody>
        </p:sp>
      </p:grpSp>
      <p:pic>
        <p:nvPicPr>
          <p:cNvPr id="10" name="Picture 15" descr="logo.jpg"/>
          <p:cNvPicPr/>
          <p:nvPr/>
        </p:nvPicPr>
        <p:blipFill>
          <a:blip r:embed="rId3"/>
          <a:stretch/>
        </p:blipFill>
        <p:spPr>
          <a:xfrm>
            <a:off x="6553080" y="228600"/>
            <a:ext cx="1919520" cy="608040"/>
          </a:xfrm>
          <a:prstGeom prst="rect">
            <a:avLst/>
          </a:prstGeom>
          <a:noFill/>
          <a:ln w="9360">
            <a:noFill/>
          </a:ln>
        </p:spPr>
      </p:pic>
      <p:pic>
        <p:nvPicPr>
          <p:cNvPr id="11" name="Picture 10" descr="LOGO.gif"/>
          <p:cNvPicPr/>
          <p:nvPr/>
        </p:nvPicPr>
        <p:blipFill>
          <a:blip r:embed="rId2"/>
          <a:srcRect b="10738"/>
          <a:stretch/>
        </p:blipFill>
        <p:spPr>
          <a:xfrm>
            <a:off x="6553080" y="228600"/>
            <a:ext cx="2055960" cy="633600"/>
          </a:xfrm>
          <a:prstGeom prst="rect">
            <a:avLst/>
          </a:prstGeom>
          <a:noFill/>
          <a:ln w="9360">
            <a:noFill/>
          </a:ln>
        </p:spPr>
      </p:pic>
      <p:grpSp>
        <p:nvGrpSpPr>
          <p:cNvPr id="12" name="Group 6"/>
          <p:cNvGrpSpPr/>
          <p:nvPr/>
        </p:nvGrpSpPr>
        <p:grpSpPr>
          <a:xfrm>
            <a:off x="6146640" y="0"/>
            <a:ext cx="2995920" cy="874800"/>
            <a:chOff x="6146640" y="0"/>
            <a:chExt cx="2995920" cy="874800"/>
          </a:xfrm>
        </p:grpSpPr>
        <p:sp>
          <p:nvSpPr>
            <p:cNvPr id="13" name="CustomShape 7"/>
            <p:cNvSpPr/>
            <p:nvPr/>
          </p:nvSpPr>
          <p:spPr>
            <a:xfrm>
              <a:off x="6146640" y="0"/>
              <a:ext cx="299592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14" name="Picture 9" descr="LOGO.gif"/>
            <p:cNvPicPr/>
            <p:nvPr/>
          </p:nvPicPr>
          <p:blipFill>
            <a:blip r:embed="rId2"/>
            <a:srcRect b="10738"/>
            <a:stretch/>
          </p:blipFill>
          <p:spPr>
            <a:xfrm>
              <a:off x="6553080" y="228600"/>
              <a:ext cx="2055960" cy="633600"/>
            </a:xfrm>
            <a:prstGeom prst="rect">
              <a:avLst/>
            </a:prstGeom>
            <a:noFill/>
            <a:ln w="9360">
              <a:noFill/>
            </a:ln>
          </p:spPr>
        </p:pic>
        <p:sp>
          <p:nvSpPr>
            <p:cNvPr id="15" name="CustomShape 8"/>
            <p:cNvSpPr/>
            <p:nvPr/>
          </p:nvSpPr>
          <p:spPr>
            <a:xfrm>
              <a:off x="6527880" y="190440"/>
              <a:ext cx="2075040" cy="6843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pPr>
                <a:lnSpc>
                  <a:spcPct val="100000"/>
                </a:lnSpc>
              </a:pPr>
              <a:endParaRPr lang="en-US" sz="1800" b="0" u="none" strike="noStrike">
                <a:solidFill>
                  <a:srgbClr val="000000"/>
                </a:solidFill>
                <a:effectLst/>
                <a:uFillTx/>
                <a:latin typeface="Arial"/>
                <a:ea typeface="DejaVu Sans"/>
              </a:endParaRPr>
            </a:p>
          </p:txBody>
        </p:sp>
      </p:grpSp>
      <p:pic>
        <p:nvPicPr>
          <p:cNvPr id="16" name="Picture 15" descr="logo.jpg"/>
          <p:cNvPicPr/>
          <p:nvPr/>
        </p:nvPicPr>
        <p:blipFill>
          <a:blip r:embed="rId3"/>
          <a:stretch/>
        </p:blipFill>
        <p:spPr>
          <a:xfrm>
            <a:off x="6553080" y="228600"/>
            <a:ext cx="1919520" cy="608040"/>
          </a:xfrm>
          <a:prstGeom prst="rect">
            <a:avLst/>
          </a:prstGeom>
          <a:noFill/>
          <a:ln w="9360">
            <a:noFill/>
          </a:ln>
        </p:spPr>
      </p:pic>
      <p:sp>
        <p:nvSpPr>
          <p:cNvPr id="17" name="PlaceHolder 1"/>
          <p:cNvSpPr>
            <a:spLocks noGrp="1"/>
          </p:cNvSpPr>
          <p:nvPr>
            <p:ph type="title"/>
          </p:nvPr>
        </p:nvSpPr>
        <p:spPr>
          <a:xfrm>
            <a:off x="0" y="0"/>
            <a:ext cx="5484960" cy="912960"/>
          </a:xfrm>
          <a:prstGeom prst="rect">
            <a:avLst/>
          </a:prstGeom>
          <a:noFill/>
          <a:ln w="0">
            <a:noFill/>
          </a:ln>
        </p:spPr>
        <p:txBody>
          <a:bodyPr lIns="0" tIns="0" rIns="0" bIns="0" anchor="ctr">
            <a:noAutofit/>
          </a:bodyPr>
          <a:lstStyle/>
          <a:p>
            <a:pPr indent="0">
              <a:lnSpc>
                <a:spcPct val="100000"/>
              </a:lnSpc>
              <a:buNone/>
              <a:tabLst>
                <a:tab pos="0" algn="l"/>
              </a:tabLst>
            </a:pPr>
            <a:r>
              <a:rPr lang="en-US" sz="4400" b="0" u="none" strike="noStrike">
                <a:solidFill>
                  <a:schemeClr val="dk1"/>
                </a:solidFill>
                <a:effectLst/>
                <a:uFillTx/>
                <a:latin typeface="Arial"/>
              </a:rPr>
              <a:t>Click to edit the title text format</a:t>
            </a:r>
            <a:endParaRPr lang="en-IN" sz="4400" b="0" u="none" strike="noStrike">
              <a:solidFill>
                <a:srgbClr val="000000"/>
              </a:solidFill>
              <a:effectLst/>
              <a:uFillTx/>
              <a:latin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Content">
    <p:bg>
      <p:bgPr>
        <a:solidFill>
          <a:srgbClr val="FFFFFF"/>
        </a:solidFill>
        <a:effectLst/>
      </p:bgPr>
    </p:bg>
    <p:spTree>
      <p:nvGrpSpPr>
        <p:cNvPr id="1" name=""/>
        <p:cNvGrpSpPr/>
        <p:nvPr/>
      </p:nvGrpSpPr>
      <p:grpSpPr>
        <a:xfrm>
          <a:off x="0" y="0"/>
          <a:ext cx="0" cy="0"/>
          <a:chOff x="0" y="0"/>
          <a:chExt cx="0" cy="0"/>
        </a:xfrm>
      </p:grpSpPr>
      <p:sp>
        <p:nvSpPr>
          <p:cNvPr id="18" name="CustomShape 1"/>
          <p:cNvSpPr/>
          <p:nvPr/>
        </p:nvSpPr>
        <p:spPr>
          <a:xfrm>
            <a:off x="0" y="0"/>
            <a:ext cx="914256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sp>
        <p:nvSpPr>
          <p:cNvPr id="19" name="CustomShape 2"/>
          <p:cNvSpPr/>
          <p:nvPr/>
        </p:nvSpPr>
        <p:spPr>
          <a:xfrm flipV="1">
            <a:off x="0" y="6703920"/>
            <a:ext cx="9142560" cy="19656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20" name="Picture 10" descr="LOGO.gif"/>
          <p:cNvPicPr/>
          <p:nvPr/>
        </p:nvPicPr>
        <p:blipFill>
          <a:blip r:embed="rId2"/>
          <a:srcRect b="10738"/>
          <a:stretch/>
        </p:blipFill>
        <p:spPr>
          <a:xfrm>
            <a:off x="6553080" y="228600"/>
            <a:ext cx="2055960" cy="633600"/>
          </a:xfrm>
          <a:prstGeom prst="rect">
            <a:avLst/>
          </a:prstGeom>
          <a:noFill/>
          <a:ln w="9360">
            <a:noFill/>
          </a:ln>
        </p:spPr>
      </p:pic>
      <p:pic>
        <p:nvPicPr>
          <p:cNvPr id="21" name="Picture 10" descr="LOGO.gif"/>
          <p:cNvPicPr/>
          <p:nvPr/>
        </p:nvPicPr>
        <p:blipFill>
          <a:blip r:embed="rId2"/>
          <a:srcRect b="10738"/>
          <a:stretch/>
        </p:blipFill>
        <p:spPr>
          <a:xfrm>
            <a:off x="6553080" y="228600"/>
            <a:ext cx="2055960" cy="633600"/>
          </a:xfrm>
          <a:prstGeom prst="rect">
            <a:avLst/>
          </a:prstGeom>
          <a:noFill/>
          <a:ln w="9360">
            <a:noFill/>
          </a:ln>
        </p:spPr>
      </p:pic>
      <p:grpSp>
        <p:nvGrpSpPr>
          <p:cNvPr id="22" name="Group 3"/>
          <p:cNvGrpSpPr/>
          <p:nvPr/>
        </p:nvGrpSpPr>
        <p:grpSpPr>
          <a:xfrm>
            <a:off x="6146640" y="0"/>
            <a:ext cx="2995920" cy="874800"/>
            <a:chOff x="6146640" y="0"/>
            <a:chExt cx="2995920" cy="874800"/>
          </a:xfrm>
        </p:grpSpPr>
        <p:sp>
          <p:nvSpPr>
            <p:cNvPr id="23" name="CustomShape 4"/>
            <p:cNvSpPr/>
            <p:nvPr/>
          </p:nvSpPr>
          <p:spPr>
            <a:xfrm>
              <a:off x="6146640" y="0"/>
              <a:ext cx="299592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24" name="Picture 9" descr="LOGO.gif"/>
            <p:cNvPicPr/>
            <p:nvPr/>
          </p:nvPicPr>
          <p:blipFill>
            <a:blip r:embed="rId2"/>
            <a:srcRect b="10738"/>
            <a:stretch/>
          </p:blipFill>
          <p:spPr>
            <a:xfrm>
              <a:off x="6553080" y="228600"/>
              <a:ext cx="2055960" cy="633600"/>
            </a:xfrm>
            <a:prstGeom prst="rect">
              <a:avLst/>
            </a:prstGeom>
            <a:noFill/>
            <a:ln w="9360">
              <a:noFill/>
            </a:ln>
          </p:spPr>
        </p:pic>
        <p:sp>
          <p:nvSpPr>
            <p:cNvPr id="25" name="CustomShape 5"/>
            <p:cNvSpPr/>
            <p:nvPr/>
          </p:nvSpPr>
          <p:spPr>
            <a:xfrm>
              <a:off x="6527880" y="190440"/>
              <a:ext cx="2075040" cy="6843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pPr>
                <a:lnSpc>
                  <a:spcPct val="100000"/>
                </a:lnSpc>
              </a:pPr>
              <a:endParaRPr lang="en-US" sz="1800" b="0" u="none" strike="noStrike">
                <a:solidFill>
                  <a:srgbClr val="000000"/>
                </a:solidFill>
                <a:effectLst/>
                <a:uFillTx/>
                <a:latin typeface="Arial"/>
                <a:ea typeface="DejaVu Sans"/>
              </a:endParaRPr>
            </a:p>
          </p:txBody>
        </p:sp>
      </p:grpSp>
      <p:pic>
        <p:nvPicPr>
          <p:cNvPr id="26" name="Picture 15" descr="logo.jpg"/>
          <p:cNvPicPr/>
          <p:nvPr/>
        </p:nvPicPr>
        <p:blipFill>
          <a:blip r:embed="rId3"/>
          <a:stretch/>
        </p:blipFill>
        <p:spPr>
          <a:xfrm>
            <a:off x="6553080" y="228600"/>
            <a:ext cx="1919520" cy="608040"/>
          </a:xfrm>
          <a:prstGeom prst="rect">
            <a:avLst/>
          </a:prstGeom>
          <a:noFill/>
          <a:ln w="9360">
            <a:noFill/>
          </a:ln>
        </p:spPr>
      </p:pic>
      <p:pic>
        <p:nvPicPr>
          <p:cNvPr id="27" name="Picture 10" descr="LOGO.gif"/>
          <p:cNvPicPr/>
          <p:nvPr/>
        </p:nvPicPr>
        <p:blipFill>
          <a:blip r:embed="rId2"/>
          <a:srcRect b="10738"/>
          <a:stretch/>
        </p:blipFill>
        <p:spPr>
          <a:xfrm>
            <a:off x="6553080" y="228600"/>
            <a:ext cx="2055960" cy="633600"/>
          </a:xfrm>
          <a:prstGeom prst="rect">
            <a:avLst/>
          </a:prstGeom>
          <a:noFill/>
          <a:ln w="9360">
            <a:noFill/>
          </a:ln>
        </p:spPr>
      </p:pic>
      <p:grpSp>
        <p:nvGrpSpPr>
          <p:cNvPr id="28" name="Group 6"/>
          <p:cNvGrpSpPr/>
          <p:nvPr/>
        </p:nvGrpSpPr>
        <p:grpSpPr>
          <a:xfrm>
            <a:off x="6146640" y="0"/>
            <a:ext cx="2995920" cy="874800"/>
            <a:chOff x="6146640" y="0"/>
            <a:chExt cx="2995920" cy="874800"/>
          </a:xfrm>
        </p:grpSpPr>
        <p:sp>
          <p:nvSpPr>
            <p:cNvPr id="29" name="CustomShape 7"/>
            <p:cNvSpPr/>
            <p:nvPr/>
          </p:nvSpPr>
          <p:spPr>
            <a:xfrm>
              <a:off x="6146640" y="0"/>
              <a:ext cx="299592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30" name="Picture 9" descr="LOGO.gif"/>
            <p:cNvPicPr/>
            <p:nvPr/>
          </p:nvPicPr>
          <p:blipFill>
            <a:blip r:embed="rId2"/>
            <a:srcRect b="10738"/>
            <a:stretch/>
          </p:blipFill>
          <p:spPr>
            <a:xfrm>
              <a:off x="6553080" y="228600"/>
              <a:ext cx="2055960" cy="633600"/>
            </a:xfrm>
            <a:prstGeom prst="rect">
              <a:avLst/>
            </a:prstGeom>
            <a:noFill/>
            <a:ln w="9360">
              <a:noFill/>
            </a:ln>
          </p:spPr>
        </p:pic>
        <p:sp>
          <p:nvSpPr>
            <p:cNvPr id="31" name="CustomShape 8"/>
            <p:cNvSpPr/>
            <p:nvPr/>
          </p:nvSpPr>
          <p:spPr>
            <a:xfrm>
              <a:off x="6527880" y="190440"/>
              <a:ext cx="2075040" cy="6843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pPr>
                <a:lnSpc>
                  <a:spcPct val="100000"/>
                </a:lnSpc>
              </a:pPr>
              <a:endParaRPr lang="en-US" sz="1800" b="0" u="none" strike="noStrike">
                <a:solidFill>
                  <a:srgbClr val="000000"/>
                </a:solidFill>
                <a:effectLst/>
                <a:uFillTx/>
                <a:latin typeface="Arial"/>
                <a:ea typeface="DejaVu Sans"/>
              </a:endParaRPr>
            </a:p>
          </p:txBody>
        </p:sp>
      </p:grpSp>
      <p:pic>
        <p:nvPicPr>
          <p:cNvPr id="32" name="Picture 15" descr="logo.jpg"/>
          <p:cNvPicPr/>
          <p:nvPr/>
        </p:nvPicPr>
        <p:blipFill>
          <a:blip r:embed="rId3"/>
          <a:stretch/>
        </p:blipFill>
        <p:spPr>
          <a:xfrm>
            <a:off x="6553080" y="228600"/>
            <a:ext cx="1919520" cy="608040"/>
          </a:xfrm>
          <a:prstGeom prst="rect">
            <a:avLst/>
          </a:prstGeom>
          <a:noFill/>
          <a:ln w="9360">
            <a:noFill/>
          </a:ln>
        </p:spPr>
      </p:pic>
      <p:sp>
        <p:nvSpPr>
          <p:cNvPr id="33" name="PlaceHolder 1"/>
          <p:cNvSpPr>
            <a:spLocks noGrp="1"/>
          </p:cNvSpPr>
          <p:nvPr>
            <p:ph type="title"/>
          </p:nvPr>
        </p:nvSpPr>
        <p:spPr>
          <a:xfrm>
            <a:off x="0" y="0"/>
            <a:ext cx="5484960" cy="912960"/>
          </a:xfrm>
          <a:prstGeom prst="rect">
            <a:avLst/>
          </a:prstGeom>
          <a:noFill/>
          <a:ln w="0">
            <a:noFill/>
          </a:ln>
        </p:spPr>
        <p:txBody>
          <a:bodyPr lIns="0" tIns="0" rIns="0" bIns="0" anchor="ctr">
            <a:noAutofit/>
          </a:bodyPr>
          <a:lstStyle/>
          <a:p>
            <a:pPr indent="0">
              <a:lnSpc>
                <a:spcPct val="100000"/>
              </a:lnSpc>
              <a:buNone/>
              <a:tabLst>
                <a:tab pos="0" algn="l"/>
              </a:tabLst>
            </a:pPr>
            <a:r>
              <a:rPr lang="en-US" sz="4400" b="0" u="none" strike="noStrike">
                <a:solidFill>
                  <a:schemeClr val="dk1"/>
                </a:solidFill>
                <a:effectLst/>
                <a:uFillTx/>
                <a:latin typeface="Arial"/>
              </a:rPr>
              <a:t>Click to edit the title text format</a:t>
            </a:r>
            <a:endParaRPr lang="en-IN" sz="4400" b="0" u="none" strike="noStrike">
              <a:solidFill>
                <a:srgbClr val="000000"/>
              </a:solidFill>
              <a:effectLst/>
              <a:uFillTx/>
              <a:latin typeface="Arial"/>
            </a:endParaRPr>
          </a:p>
        </p:txBody>
      </p:sp>
      <p:sp>
        <p:nvSpPr>
          <p:cNvPr id="34" name="PlaceHolder 2"/>
          <p:cNvSpPr>
            <a:spLocks noGrp="1"/>
          </p:cNvSpPr>
          <p:nvPr>
            <p:ph type="body"/>
          </p:nvPr>
        </p:nvSpPr>
        <p:spPr>
          <a:xfrm>
            <a:off x="457200" y="1604520"/>
            <a:ext cx="8228160" cy="397620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endParaRPr lang="en-IN"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endParaRPr lang="en-IN"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endParaRPr lang="en-IN"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endParaRPr lang="en-IN"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endParaRPr lang="en-IN"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endParaRPr lang="en-IN"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endParaRPr lang="en-IN" sz="2800" b="0" u="none" strike="noStrike">
              <a:solidFill>
                <a:srgbClr val="000000"/>
              </a:solidFill>
              <a:effectLst/>
              <a:uFillTx/>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itle, 2 Content">
    <p:bg>
      <p:bgPr>
        <a:solidFill>
          <a:srgbClr val="FFFFFF"/>
        </a:solidFill>
        <a:effectLst/>
      </p:bgPr>
    </p:bg>
    <p:spTree>
      <p:nvGrpSpPr>
        <p:cNvPr id="1" name=""/>
        <p:cNvGrpSpPr/>
        <p:nvPr/>
      </p:nvGrpSpPr>
      <p:grpSpPr>
        <a:xfrm>
          <a:off x="0" y="0"/>
          <a:ext cx="0" cy="0"/>
          <a:chOff x="0" y="0"/>
          <a:chExt cx="0" cy="0"/>
        </a:xfrm>
      </p:grpSpPr>
      <p:sp>
        <p:nvSpPr>
          <p:cNvPr id="35" name="CustomShape 1"/>
          <p:cNvSpPr/>
          <p:nvPr/>
        </p:nvSpPr>
        <p:spPr>
          <a:xfrm>
            <a:off x="0" y="0"/>
            <a:ext cx="914256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sp>
        <p:nvSpPr>
          <p:cNvPr id="36" name="CustomShape 2"/>
          <p:cNvSpPr/>
          <p:nvPr/>
        </p:nvSpPr>
        <p:spPr>
          <a:xfrm flipV="1">
            <a:off x="0" y="6703920"/>
            <a:ext cx="9142560" cy="19656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37" name="Picture 10" descr="LOGO.gif"/>
          <p:cNvPicPr/>
          <p:nvPr/>
        </p:nvPicPr>
        <p:blipFill>
          <a:blip r:embed="rId2"/>
          <a:srcRect b="10738"/>
          <a:stretch/>
        </p:blipFill>
        <p:spPr>
          <a:xfrm>
            <a:off x="6553080" y="228600"/>
            <a:ext cx="2055960" cy="633600"/>
          </a:xfrm>
          <a:prstGeom prst="rect">
            <a:avLst/>
          </a:prstGeom>
          <a:noFill/>
          <a:ln w="9360">
            <a:noFill/>
          </a:ln>
        </p:spPr>
      </p:pic>
      <p:pic>
        <p:nvPicPr>
          <p:cNvPr id="38" name="Picture 10" descr="LOGO.gif"/>
          <p:cNvPicPr/>
          <p:nvPr/>
        </p:nvPicPr>
        <p:blipFill>
          <a:blip r:embed="rId2"/>
          <a:srcRect b="10738"/>
          <a:stretch/>
        </p:blipFill>
        <p:spPr>
          <a:xfrm>
            <a:off x="6553080" y="228600"/>
            <a:ext cx="2055960" cy="633600"/>
          </a:xfrm>
          <a:prstGeom prst="rect">
            <a:avLst/>
          </a:prstGeom>
          <a:noFill/>
          <a:ln w="9360">
            <a:noFill/>
          </a:ln>
        </p:spPr>
      </p:pic>
      <p:grpSp>
        <p:nvGrpSpPr>
          <p:cNvPr id="39" name="Group 3"/>
          <p:cNvGrpSpPr/>
          <p:nvPr/>
        </p:nvGrpSpPr>
        <p:grpSpPr>
          <a:xfrm>
            <a:off x="6146640" y="0"/>
            <a:ext cx="2995920" cy="874800"/>
            <a:chOff x="6146640" y="0"/>
            <a:chExt cx="2995920" cy="874800"/>
          </a:xfrm>
        </p:grpSpPr>
        <p:sp>
          <p:nvSpPr>
            <p:cNvPr id="40" name="CustomShape 4"/>
            <p:cNvSpPr/>
            <p:nvPr/>
          </p:nvSpPr>
          <p:spPr>
            <a:xfrm>
              <a:off x="6146640" y="0"/>
              <a:ext cx="299592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41" name="Picture 9" descr="LOGO.gif"/>
            <p:cNvPicPr/>
            <p:nvPr/>
          </p:nvPicPr>
          <p:blipFill>
            <a:blip r:embed="rId2"/>
            <a:srcRect b="10738"/>
            <a:stretch/>
          </p:blipFill>
          <p:spPr>
            <a:xfrm>
              <a:off x="6553080" y="228600"/>
              <a:ext cx="2055960" cy="633600"/>
            </a:xfrm>
            <a:prstGeom prst="rect">
              <a:avLst/>
            </a:prstGeom>
            <a:noFill/>
            <a:ln w="9360">
              <a:noFill/>
            </a:ln>
          </p:spPr>
        </p:pic>
        <p:sp>
          <p:nvSpPr>
            <p:cNvPr id="42" name="CustomShape 5"/>
            <p:cNvSpPr/>
            <p:nvPr/>
          </p:nvSpPr>
          <p:spPr>
            <a:xfrm>
              <a:off x="6527880" y="190440"/>
              <a:ext cx="2075040" cy="6843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pPr>
                <a:lnSpc>
                  <a:spcPct val="100000"/>
                </a:lnSpc>
              </a:pPr>
              <a:endParaRPr lang="en-US" sz="1800" b="0" u="none" strike="noStrike">
                <a:solidFill>
                  <a:srgbClr val="000000"/>
                </a:solidFill>
                <a:effectLst/>
                <a:uFillTx/>
                <a:latin typeface="Arial"/>
                <a:ea typeface="DejaVu Sans"/>
              </a:endParaRPr>
            </a:p>
          </p:txBody>
        </p:sp>
      </p:grpSp>
      <p:pic>
        <p:nvPicPr>
          <p:cNvPr id="43" name="Picture 15" descr="logo.jpg"/>
          <p:cNvPicPr/>
          <p:nvPr/>
        </p:nvPicPr>
        <p:blipFill>
          <a:blip r:embed="rId3"/>
          <a:stretch/>
        </p:blipFill>
        <p:spPr>
          <a:xfrm>
            <a:off x="6553080" y="228600"/>
            <a:ext cx="1919520" cy="608040"/>
          </a:xfrm>
          <a:prstGeom prst="rect">
            <a:avLst/>
          </a:prstGeom>
          <a:noFill/>
          <a:ln w="9360">
            <a:noFill/>
          </a:ln>
        </p:spPr>
      </p:pic>
      <p:pic>
        <p:nvPicPr>
          <p:cNvPr id="44" name="Picture 10" descr="LOGO.gif"/>
          <p:cNvPicPr/>
          <p:nvPr/>
        </p:nvPicPr>
        <p:blipFill>
          <a:blip r:embed="rId2"/>
          <a:srcRect b="10738"/>
          <a:stretch/>
        </p:blipFill>
        <p:spPr>
          <a:xfrm>
            <a:off x="6553080" y="228600"/>
            <a:ext cx="2055960" cy="633600"/>
          </a:xfrm>
          <a:prstGeom prst="rect">
            <a:avLst/>
          </a:prstGeom>
          <a:noFill/>
          <a:ln w="9360">
            <a:noFill/>
          </a:ln>
        </p:spPr>
      </p:pic>
      <p:grpSp>
        <p:nvGrpSpPr>
          <p:cNvPr id="45" name="Group 6"/>
          <p:cNvGrpSpPr/>
          <p:nvPr/>
        </p:nvGrpSpPr>
        <p:grpSpPr>
          <a:xfrm>
            <a:off x="6146640" y="0"/>
            <a:ext cx="2995920" cy="874800"/>
            <a:chOff x="6146640" y="0"/>
            <a:chExt cx="2995920" cy="874800"/>
          </a:xfrm>
        </p:grpSpPr>
        <p:sp>
          <p:nvSpPr>
            <p:cNvPr id="46" name="CustomShape 7"/>
            <p:cNvSpPr/>
            <p:nvPr/>
          </p:nvSpPr>
          <p:spPr>
            <a:xfrm>
              <a:off x="6146640" y="0"/>
              <a:ext cx="299592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47" name="Picture 9" descr="LOGO.gif"/>
            <p:cNvPicPr/>
            <p:nvPr/>
          </p:nvPicPr>
          <p:blipFill>
            <a:blip r:embed="rId2"/>
            <a:srcRect b="10738"/>
            <a:stretch/>
          </p:blipFill>
          <p:spPr>
            <a:xfrm>
              <a:off x="6553080" y="228600"/>
              <a:ext cx="2055960" cy="633600"/>
            </a:xfrm>
            <a:prstGeom prst="rect">
              <a:avLst/>
            </a:prstGeom>
            <a:noFill/>
            <a:ln w="9360">
              <a:noFill/>
            </a:ln>
          </p:spPr>
        </p:pic>
        <p:sp>
          <p:nvSpPr>
            <p:cNvPr id="48" name="CustomShape 8"/>
            <p:cNvSpPr/>
            <p:nvPr/>
          </p:nvSpPr>
          <p:spPr>
            <a:xfrm>
              <a:off x="6527880" y="190440"/>
              <a:ext cx="2075040" cy="6843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pPr>
                <a:lnSpc>
                  <a:spcPct val="100000"/>
                </a:lnSpc>
              </a:pPr>
              <a:endParaRPr lang="en-US" sz="1800" b="0" u="none" strike="noStrike">
                <a:solidFill>
                  <a:srgbClr val="000000"/>
                </a:solidFill>
                <a:effectLst/>
                <a:uFillTx/>
                <a:latin typeface="Arial"/>
                <a:ea typeface="DejaVu Sans"/>
              </a:endParaRPr>
            </a:p>
          </p:txBody>
        </p:sp>
      </p:grpSp>
      <p:pic>
        <p:nvPicPr>
          <p:cNvPr id="49" name="Picture 15" descr="logo.jpg"/>
          <p:cNvPicPr/>
          <p:nvPr/>
        </p:nvPicPr>
        <p:blipFill>
          <a:blip r:embed="rId3"/>
          <a:stretch/>
        </p:blipFill>
        <p:spPr>
          <a:xfrm>
            <a:off x="6553080" y="228600"/>
            <a:ext cx="1919520" cy="608040"/>
          </a:xfrm>
          <a:prstGeom prst="rect">
            <a:avLst/>
          </a:prstGeom>
          <a:noFill/>
          <a:ln w="9360">
            <a:noFill/>
          </a:ln>
        </p:spPr>
      </p:pic>
      <p:sp>
        <p:nvSpPr>
          <p:cNvPr id="50" name="PlaceHolder 1"/>
          <p:cNvSpPr>
            <a:spLocks noGrp="1"/>
          </p:cNvSpPr>
          <p:nvPr>
            <p:ph type="title"/>
          </p:nvPr>
        </p:nvSpPr>
        <p:spPr>
          <a:xfrm>
            <a:off x="0" y="0"/>
            <a:ext cx="5484960" cy="912960"/>
          </a:xfrm>
          <a:prstGeom prst="rect">
            <a:avLst/>
          </a:prstGeom>
          <a:noFill/>
          <a:ln w="0">
            <a:noFill/>
          </a:ln>
        </p:spPr>
        <p:txBody>
          <a:bodyPr lIns="0" tIns="0" rIns="0" bIns="0" anchor="ctr">
            <a:noAutofit/>
          </a:bodyPr>
          <a:lstStyle/>
          <a:p>
            <a:pPr indent="0">
              <a:lnSpc>
                <a:spcPct val="100000"/>
              </a:lnSpc>
              <a:buNone/>
              <a:tabLst>
                <a:tab pos="0" algn="l"/>
              </a:tabLst>
            </a:pPr>
            <a:r>
              <a:rPr lang="en-US" sz="4400" b="0" u="none" strike="noStrike">
                <a:solidFill>
                  <a:schemeClr val="dk1"/>
                </a:solidFill>
                <a:effectLst/>
                <a:uFillTx/>
                <a:latin typeface="Arial"/>
              </a:rPr>
              <a:t>Click to edit the title text format</a:t>
            </a:r>
            <a:endParaRPr lang="en-IN" sz="4400" b="0" u="none" strike="noStrike">
              <a:solidFill>
                <a:srgbClr val="000000"/>
              </a:solidFill>
              <a:effectLst/>
              <a:uFillTx/>
              <a:latin typeface="Arial"/>
            </a:endParaRPr>
          </a:p>
        </p:txBody>
      </p:sp>
      <p:sp>
        <p:nvSpPr>
          <p:cNvPr id="51" name="PlaceHolder 2"/>
          <p:cNvSpPr>
            <a:spLocks noGrp="1"/>
          </p:cNvSpPr>
          <p:nvPr>
            <p:ph type="body"/>
          </p:nvPr>
        </p:nvSpPr>
        <p:spPr>
          <a:xfrm>
            <a:off x="457200" y="1604520"/>
            <a:ext cx="4014720" cy="3976200"/>
          </a:xfrm>
          <a:prstGeom prst="rect">
            <a:avLst/>
          </a:prstGeom>
          <a:noFill/>
          <a:ln w="0">
            <a:noFill/>
          </a:ln>
        </p:spPr>
        <p:txBody>
          <a:bodyPr lIns="0" tIns="0" rIns="0" bIns="0" anchor="t">
            <a:normAutofit fontScale="7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endParaRPr lang="en-IN"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endParaRPr lang="en-IN"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endParaRPr lang="en-IN"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endParaRPr lang="en-IN"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endParaRPr lang="en-IN"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endParaRPr lang="en-IN"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endParaRPr lang="en-IN" sz="2800" b="0" u="none" strike="noStrike">
              <a:solidFill>
                <a:srgbClr val="000000"/>
              </a:solidFill>
              <a:effectLst/>
              <a:uFillTx/>
              <a:latin typeface="Arial"/>
            </a:endParaRPr>
          </a:p>
        </p:txBody>
      </p:sp>
      <p:sp>
        <p:nvSpPr>
          <p:cNvPr id="52" name="PlaceHolder 3"/>
          <p:cNvSpPr>
            <a:spLocks noGrp="1"/>
          </p:cNvSpPr>
          <p:nvPr>
            <p:ph type="body"/>
          </p:nvPr>
        </p:nvSpPr>
        <p:spPr>
          <a:xfrm>
            <a:off x="4674240" y="1604520"/>
            <a:ext cx="4014720" cy="3976200"/>
          </a:xfrm>
          <a:prstGeom prst="rect">
            <a:avLst/>
          </a:prstGeom>
          <a:noFill/>
          <a:ln w="0">
            <a:noFill/>
          </a:ln>
        </p:spPr>
        <p:txBody>
          <a:bodyPr lIns="0" tIns="0" rIns="0" bIns="0" anchor="t">
            <a:normAutofit fontScale="7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endParaRPr lang="en-IN"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endParaRPr lang="en-IN"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endParaRPr lang="en-IN"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endParaRPr lang="en-IN"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endParaRPr lang="en-IN"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endParaRPr lang="en-IN"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endParaRPr lang="en-IN" sz="2800" b="0" u="none" strike="noStrike">
              <a:solidFill>
                <a:srgbClr val="000000"/>
              </a:solidFill>
              <a:effectLst/>
              <a:uFillTx/>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solidFill>
        <a:effectLst/>
      </p:bgPr>
    </p:bg>
    <p:spTree>
      <p:nvGrpSpPr>
        <p:cNvPr id="1" name=""/>
        <p:cNvGrpSpPr/>
        <p:nvPr/>
      </p:nvGrpSpPr>
      <p:grpSpPr>
        <a:xfrm>
          <a:off x="0" y="0"/>
          <a:ext cx="0" cy="0"/>
          <a:chOff x="0" y="0"/>
          <a:chExt cx="0" cy="0"/>
        </a:xfrm>
      </p:grpSpPr>
      <p:sp>
        <p:nvSpPr>
          <p:cNvPr id="53" name="CustomShape 1"/>
          <p:cNvSpPr/>
          <p:nvPr/>
        </p:nvSpPr>
        <p:spPr>
          <a:xfrm>
            <a:off x="0" y="0"/>
            <a:ext cx="914256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sp>
        <p:nvSpPr>
          <p:cNvPr id="54" name="CustomShape 2"/>
          <p:cNvSpPr/>
          <p:nvPr/>
        </p:nvSpPr>
        <p:spPr>
          <a:xfrm flipV="1">
            <a:off x="0" y="6703920"/>
            <a:ext cx="9142560" cy="19656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55" name="Picture 10" descr="LOGO.gif"/>
          <p:cNvPicPr/>
          <p:nvPr/>
        </p:nvPicPr>
        <p:blipFill>
          <a:blip r:embed="rId2"/>
          <a:srcRect b="10738"/>
          <a:stretch/>
        </p:blipFill>
        <p:spPr>
          <a:xfrm>
            <a:off x="6553080" y="228600"/>
            <a:ext cx="2055960" cy="633600"/>
          </a:xfrm>
          <a:prstGeom prst="rect">
            <a:avLst/>
          </a:prstGeom>
          <a:noFill/>
          <a:ln w="9360">
            <a:noFill/>
          </a:ln>
        </p:spPr>
      </p:pic>
      <p:pic>
        <p:nvPicPr>
          <p:cNvPr id="56" name="Picture 10" descr="LOGO.gif"/>
          <p:cNvPicPr/>
          <p:nvPr/>
        </p:nvPicPr>
        <p:blipFill>
          <a:blip r:embed="rId2"/>
          <a:srcRect b="10738"/>
          <a:stretch/>
        </p:blipFill>
        <p:spPr>
          <a:xfrm>
            <a:off x="6553080" y="228600"/>
            <a:ext cx="2055960" cy="633600"/>
          </a:xfrm>
          <a:prstGeom prst="rect">
            <a:avLst/>
          </a:prstGeom>
          <a:noFill/>
          <a:ln w="9360">
            <a:noFill/>
          </a:ln>
        </p:spPr>
      </p:pic>
      <p:grpSp>
        <p:nvGrpSpPr>
          <p:cNvPr id="57" name="Group 3"/>
          <p:cNvGrpSpPr/>
          <p:nvPr/>
        </p:nvGrpSpPr>
        <p:grpSpPr>
          <a:xfrm>
            <a:off x="6146640" y="0"/>
            <a:ext cx="2995920" cy="874800"/>
            <a:chOff x="6146640" y="0"/>
            <a:chExt cx="2995920" cy="874800"/>
          </a:xfrm>
        </p:grpSpPr>
        <p:sp>
          <p:nvSpPr>
            <p:cNvPr id="58" name="CustomShape 4"/>
            <p:cNvSpPr/>
            <p:nvPr/>
          </p:nvSpPr>
          <p:spPr>
            <a:xfrm>
              <a:off x="6146640" y="0"/>
              <a:ext cx="299592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59" name="Picture 9" descr="LOGO.gif"/>
            <p:cNvPicPr/>
            <p:nvPr/>
          </p:nvPicPr>
          <p:blipFill>
            <a:blip r:embed="rId2"/>
            <a:srcRect b="10738"/>
            <a:stretch/>
          </p:blipFill>
          <p:spPr>
            <a:xfrm>
              <a:off x="6553080" y="228600"/>
              <a:ext cx="2055960" cy="633600"/>
            </a:xfrm>
            <a:prstGeom prst="rect">
              <a:avLst/>
            </a:prstGeom>
            <a:noFill/>
            <a:ln w="9360">
              <a:noFill/>
            </a:ln>
          </p:spPr>
        </p:pic>
        <p:sp>
          <p:nvSpPr>
            <p:cNvPr id="60" name="CustomShape 5"/>
            <p:cNvSpPr/>
            <p:nvPr/>
          </p:nvSpPr>
          <p:spPr>
            <a:xfrm>
              <a:off x="6527880" y="190440"/>
              <a:ext cx="2075040" cy="6843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pPr>
                <a:lnSpc>
                  <a:spcPct val="100000"/>
                </a:lnSpc>
              </a:pPr>
              <a:endParaRPr lang="en-US" sz="1800" b="0" u="none" strike="noStrike">
                <a:solidFill>
                  <a:srgbClr val="000000"/>
                </a:solidFill>
                <a:effectLst/>
                <a:uFillTx/>
                <a:latin typeface="Arial"/>
                <a:ea typeface="DejaVu Sans"/>
              </a:endParaRPr>
            </a:p>
          </p:txBody>
        </p:sp>
      </p:grpSp>
      <p:pic>
        <p:nvPicPr>
          <p:cNvPr id="61" name="Picture 15" descr="logo.jpg"/>
          <p:cNvPicPr/>
          <p:nvPr/>
        </p:nvPicPr>
        <p:blipFill>
          <a:blip r:embed="rId3"/>
          <a:stretch/>
        </p:blipFill>
        <p:spPr>
          <a:xfrm>
            <a:off x="6553080" y="228600"/>
            <a:ext cx="1919520" cy="608040"/>
          </a:xfrm>
          <a:prstGeom prst="rect">
            <a:avLst/>
          </a:prstGeom>
          <a:noFill/>
          <a:ln w="9360">
            <a:noFill/>
          </a:ln>
        </p:spPr>
      </p:pic>
      <p:pic>
        <p:nvPicPr>
          <p:cNvPr id="62" name="Picture 10" descr="LOGO.gif"/>
          <p:cNvPicPr/>
          <p:nvPr/>
        </p:nvPicPr>
        <p:blipFill>
          <a:blip r:embed="rId2"/>
          <a:srcRect b="10738"/>
          <a:stretch/>
        </p:blipFill>
        <p:spPr>
          <a:xfrm>
            <a:off x="6553080" y="228600"/>
            <a:ext cx="2055960" cy="633600"/>
          </a:xfrm>
          <a:prstGeom prst="rect">
            <a:avLst/>
          </a:prstGeom>
          <a:noFill/>
          <a:ln w="9360">
            <a:noFill/>
          </a:ln>
        </p:spPr>
      </p:pic>
      <p:grpSp>
        <p:nvGrpSpPr>
          <p:cNvPr id="63" name="Group 6"/>
          <p:cNvGrpSpPr/>
          <p:nvPr/>
        </p:nvGrpSpPr>
        <p:grpSpPr>
          <a:xfrm>
            <a:off x="6146640" y="0"/>
            <a:ext cx="2995920" cy="874800"/>
            <a:chOff x="6146640" y="0"/>
            <a:chExt cx="2995920" cy="874800"/>
          </a:xfrm>
        </p:grpSpPr>
        <p:sp>
          <p:nvSpPr>
            <p:cNvPr id="64" name="CustomShape 7"/>
            <p:cNvSpPr/>
            <p:nvPr/>
          </p:nvSpPr>
          <p:spPr>
            <a:xfrm>
              <a:off x="6146640" y="0"/>
              <a:ext cx="299592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65" name="Picture 9" descr="LOGO.gif"/>
            <p:cNvPicPr/>
            <p:nvPr/>
          </p:nvPicPr>
          <p:blipFill>
            <a:blip r:embed="rId2"/>
            <a:srcRect b="10738"/>
            <a:stretch/>
          </p:blipFill>
          <p:spPr>
            <a:xfrm>
              <a:off x="6553080" y="228600"/>
              <a:ext cx="2055960" cy="633600"/>
            </a:xfrm>
            <a:prstGeom prst="rect">
              <a:avLst/>
            </a:prstGeom>
            <a:noFill/>
            <a:ln w="9360">
              <a:noFill/>
            </a:ln>
          </p:spPr>
        </p:pic>
        <p:sp>
          <p:nvSpPr>
            <p:cNvPr id="66" name="CustomShape 8"/>
            <p:cNvSpPr/>
            <p:nvPr/>
          </p:nvSpPr>
          <p:spPr>
            <a:xfrm>
              <a:off x="6527880" y="190440"/>
              <a:ext cx="2075040" cy="6843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pPr>
                <a:lnSpc>
                  <a:spcPct val="100000"/>
                </a:lnSpc>
              </a:pPr>
              <a:endParaRPr lang="en-US" sz="1800" b="0" u="none" strike="noStrike">
                <a:solidFill>
                  <a:srgbClr val="000000"/>
                </a:solidFill>
                <a:effectLst/>
                <a:uFillTx/>
                <a:latin typeface="Arial"/>
                <a:ea typeface="DejaVu Sans"/>
              </a:endParaRPr>
            </a:p>
          </p:txBody>
        </p:sp>
      </p:grpSp>
      <p:pic>
        <p:nvPicPr>
          <p:cNvPr id="67" name="Picture 15" descr="logo.jpg"/>
          <p:cNvPicPr/>
          <p:nvPr/>
        </p:nvPicPr>
        <p:blipFill>
          <a:blip r:embed="rId3"/>
          <a:stretch/>
        </p:blipFill>
        <p:spPr>
          <a:xfrm>
            <a:off x="6553080" y="228600"/>
            <a:ext cx="1919520" cy="608040"/>
          </a:xfrm>
          <a:prstGeom prst="rect">
            <a:avLst/>
          </a:prstGeom>
          <a:noFill/>
          <a:ln w="9360">
            <a:noFill/>
          </a:ln>
        </p:spPr>
      </p:pic>
      <p:sp>
        <p:nvSpPr>
          <p:cNvPr id="68" name="PlaceHolder 1"/>
          <p:cNvSpPr>
            <a:spLocks noGrp="1"/>
          </p:cNvSpPr>
          <p:nvPr>
            <p:ph type="title"/>
          </p:nvPr>
        </p:nvSpPr>
        <p:spPr>
          <a:xfrm>
            <a:off x="0" y="0"/>
            <a:ext cx="5484960" cy="912960"/>
          </a:xfrm>
          <a:prstGeom prst="rect">
            <a:avLst/>
          </a:prstGeom>
          <a:noFill/>
          <a:ln w="0">
            <a:noFill/>
          </a:ln>
        </p:spPr>
        <p:txBody>
          <a:bodyPr lIns="0" tIns="0" rIns="0" bIns="0" anchor="ctr">
            <a:noAutofit/>
          </a:bodyPr>
          <a:lstStyle/>
          <a:p>
            <a:pPr indent="0">
              <a:lnSpc>
                <a:spcPct val="100000"/>
              </a:lnSpc>
              <a:buNone/>
              <a:tabLst>
                <a:tab pos="0" algn="l"/>
              </a:tabLst>
            </a:pPr>
            <a:r>
              <a:rPr lang="en-US" sz="4400" b="0" u="none" strike="noStrike">
                <a:solidFill>
                  <a:schemeClr val="dk1"/>
                </a:solidFill>
                <a:effectLst/>
                <a:uFillTx/>
                <a:latin typeface="Arial"/>
              </a:rPr>
              <a:t>Click to edit the title text format</a:t>
            </a:r>
            <a:endParaRPr lang="en-IN" sz="4400" b="0" u="none" strike="noStrike">
              <a:solidFill>
                <a:srgbClr val="000000"/>
              </a:solidFill>
              <a:effectLst/>
              <a:uFillTx/>
              <a:latin typeface="Arial"/>
            </a:endParaRPr>
          </a:p>
        </p:txBody>
      </p:sp>
      <p:sp>
        <p:nvSpPr>
          <p:cNvPr id="69" name="PlaceHolder 2"/>
          <p:cNvSpPr>
            <a:spLocks noGrp="1"/>
          </p:cNvSpPr>
          <p:nvPr>
            <p:ph type="body"/>
          </p:nvPr>
        </p:nvSpPr>
        <p:spPr>
          <a:xfrm>
            <a:off x="457200" y="1604520"/>
            <a:ext cx="8228520" cy="397656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endParaRPr lang="en-IN"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000" b="0" u="none" strike="noStrike">
                <a:solidFill>
                  <a:schemeClr val="dk1"/>
                </a:solidFill>
                <a:effectLst/>
                <a:uFillTx/>
                <a:latin typeface="Arial"/>
              </a:rPr>
              <a:t>Second Outline Level</a:t>
            </a:r>
            <a:endParaRPr lang="en-IN" sz="20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Arial"/>
              </a:rPr>
              <a:t>Third Outline Level</a:t>
            </a:r>
            <a:endParaRPr lang="en-IN" sz="1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1800" b="0" u="none" strike="noStrike">
                <a:solidFill>
                  <a:schemeClr val="dk1"/>
                </a:solidFill>
                <a:effectLst/>
                <a:uFillTx/>
                <a:latin typeface="Arial"/>
              </a:rPr>
              <a:t>Fourth Outline Level</a:t>
            </a:r>
            <a:endParaRPr lang="en-IN" sz="1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rial"/>
              </a:rPr>
              <a:t>Fifth Outline Level</a:t>
            </a:r>
            <a:endParaRPr lang="en-IN" sz="20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rial"/>
              </a:rPr>
              <a:t>Sixth Outline Level</a:t>
            </a:r>
            <a:endParaRPr lang="en-IN" sz="20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rial"/>
              </a:rPr>
              <a:t>Seventh Outline Level</a:t>
            </a:r>
            <a:endParaRPr lang="en-IN" sz="2000" b="0" u="none" strike="noStrike">
              <a:solidFill>
                <a:srgbClr val="000000"/>
              </a:solidFill>
              <a:effectLst/>
              <a:uFillTx/>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entered Text">
    <p:bg>
      <p:bgPr>
        <a:solidFill>
          <a:srgbClr val="FFFFFF"/>
        </a:solidFill>
        <a:effectLst/>
      </p:bgPr>
    </p:bg>
    <p:spTree>
      <p:nvGrpSpPr>
        <p:cNvPr id="1" name=""/>
        <p:cNvGrpSpPr/>
        <p:nvPr/>
      </p:nvGrpSpPr>
      <p:grpSpPr>
        <a:xfrm>
          <a:off x="0" y="0"/>
          <a:ext cx="0" cy="0"/>
          <a:chOff x="0" y="0"/>
          <a:chExt cx="0" cy="0"/>
        </a:xfrm>
      </p:grpSpPr>
      <p:sp>
        <p:nvSpPr>
          <p:cNvPr id="70" name="CustomShape 1"/>
          <p:cNvSpPr/>
          <p:nvPr/>
        </p:nvSpPr>
        <p:spPr>
          <a:xfrm>
            <a:off x="0" y="0"/>
            <a:ext cx="914256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sp>
        <p:nvSpPr>
          <p:cNvPr id="71" name="CustomShape 2"/>
          <p:cNvSpPr/>
          <p:nvPr/>
        </p:nvSpPr>
        <p:spPr>
          <a:xfrm flipV="1">
            <a:off x="0" y="6703920"/>
            <a:ext cx="9142560" cy="19656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72" name="Picture 10" descr="LOGO.gif"/>
          <p:cNvPicPr/>
          <p:nvPr/>
        </p:nvPicPr>
        <p:blipFill>
          <a:blip r:embed="rId2"/>
          <a:srcRect b="10738"/>
          <a:stretch/>
        </p:blipFill>
        <p:spPr>
          <a:xfrm>
            <a:off x="6553080" y="228600"/>
            <a:ext cx="2055960" cy="633600"/>
          </a:xfrm>
          <a:prstGeom prst="rect">
            <a:avLst/>
          </a:prstGeom>
          <a:noFill/>
          <a:ln w="9360">
            <a:noFill/>
          </a:ln>
        </p:spPr>
      </p:pic>
      <p:pic>
        <p:nvPicPr>
          <p:cNvPr id="73" name="Picture 10" descr="LOGO.gif"/>
          <p:cNvPicPr/>
          <p:nvPr/>
        </p:nvPicPr>
        <p:blipFill>
          <a:blip r:embed="rId2"/>
          <a:srcRect b="10738"/>
          <a:stretch/>
        </p:blipFill>
        <p:spPr>
          <a:xfrm>
            <a:off x="6553080" y="228600"/>
            <a:ext cx="2055960" cy="633600"/>
          </a:xfrm>
          <a:prstGeom prst="rect">
            <a:avLst/>
          </a:prstGeom>
          <a:noFill/>
          <a:ln w="9360">
            <a:noFill/>
          </a:ln>
        </p:spPr>
      </p:pic>
      <p:grpSp>
        <p:nvGrpSpPr>
          <p:cNvPr id="74" name="Group 3"/>
          <p:cNvGrpSpPr/>
          <p:nvPr/>
        </p:nvGrpSpPr>
        <p:grpSpPr>
          <a:xfrm>
            <a:off x="6146640" y="0"/>
            <a:ext cx="2995920" cy="874800"/>
            <a:chOff x="6146640" y="0"/>
            <a:chExt cx="2995920" cy="874800"/>
          </a:xfrm>
        </p:grpSpPr>
        <p:sp>
          <p:nvSpPr>
            <p:cNvPr id="75" name="CustomShape 4"/>
            <p:cNvSpPr/>
            <p:nvPr/>
          </p:nvSpPr>
          <p:spPr>
            <a:xfrm>
              <a:off x="6146640" y="0"/>
              <a:ext cx="299592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76" name="Picture 9" descr="LOGO.gif"/>
            <p:cNvPicPr/>
            <p:nvPr/>
          </p:nvPicPr>
          <p:blipFill>
            <a:blip r:embed="rId2"/>
            <a:srcRect b="10738"/>
            <a:stretch/>
          </p:blipFill>
          <p:spPr>
            <a:xfrm>
              <a:off x="6553080" y="228600"/>
              <a:ext cx="2055960" cy="633600"/>
            </a:xfrm>
            <a:prstGeom prst="rect">
              <a:avLst/>
            </a:prstGeom>
            <a:noFill/>
            <a:ln w="9360">
              <a:noFill/>
            </a:ln>
          </p:spPr>
        </p:pic>
        <p:sp>
          <p:nvSpPr>
            <p:cNvPr id="77" name="CustomShape 5"/>
            <p:cNvSpPr/>
            <p:nvPr/>
          </p:nvSpPr>
          <p:spPr>
            <a:xfrm>
              <a:off x="6527880" y="190440"/>
              <a:ext cx="2075040" cy="6843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pPr>
                <a:lnSpc>
                  <a:spcPct val="100000"/>
                </a:lnSpc>
              </a:pPr>
              <a:endParaRPr lang="en-US" sz="1800" b="0" u="none" strike="noStrike">
                <a:solidFill>
                  <a:srgbClr val="000000"/>
                </a:solidFill>
                <a:effectLst/>
                <a:uFillTx/>
                <a:latin typeface="Arial"/>
                <a:ea typeface="DejaVu Sans"/>
              </a:endParaRPr>
            </a:p>
          </p:txBody>
        </p:sp>
      </p:grpSp>
      <p:pic>
        <p:nvPicPr>
          <p:cNvPr id="78" name="Picture 15" descr="logo.jpg"/>
          <p:cNvPicPr/>
          <p:nvPr/>
        </p:nvPicPr>
        <p:blipFill>
          <a:blip r:embed="rId3"/>
          <a:stretch/>
        </p:blipFill>
        <p:spPr>
          <a:xfrm>
            <a:off x="6553080" y="228600"/>
            <a:ext cx="1919520" cy="608040"/>
          </a:xfrm>
          <a:prstGeom prst="rect">
            <a:avLst/>
          </a:prstGeom>
          <a:noFill/>
          <a:ln w="9360">
            <a:noFill/>
          </a:ln>
        </p:spPr>
      </p:pic>
      <p:pic>
        <p:nvPicPr>
          <p:cNvPr id="79" name="Picture 10" descr="LOGO.gif"/>
          <p:cNvPicPr/>
          <p:nvPr/>
        </p:nvPicPr>
        <p:blipFill>
          <a:blip r:embed="rId2"/>
          <a:srcRect b="10738"/>
          <a:stretch/>
        </p:blipFill>
        <p:spPr>
          <a:xfrm>
            <a:off x="6553080" y="228600"/>
            <a:ext cx="2055960" cy="633600"/>
          </a:xfrm>
          <a:prstGeom prst="rect">
            <a:avLst/>
          </a:prstGeom>
          <a:noFill/>
          <a:ln w="9360">
            <a:noFill/>
          </a:ln>
        </p:spPr>
      </p:pic>
      <p:grpSp>
        <p:nvGrpSpPr>
          <p:cNvPr id="80" name="Group 6"/>
          <p:cNvGrpSpPr/>
          <p:nvPr/>
        </p:nvGrpSpPr>
        <p:grpSpPr>
          <a:xfrm>
            <a:off x="6146640" y="0"/>
            <a:ext cx="2995920" cy="874800"/>
            <a:chOff x="6146640" y="0"/>
            <a:chExt cx="2995920" cy="874800"/>
          </a:xfrm>
        </p:grpSpPr>
        <p:sp>
          <p:nvSpPr>
            <p:cNvPr id="81" name="CustomShape 7"/>
            <p:cNvSpPr/>
            <p:nvPr/>
          </p:nvSpPr>
          <p:spPr>
            <a:xfrm>
              <a:off x="6146640" y="0"/>
              <a:ext cx="299592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82" name="Picture 9" descr="LOGO.gif"/>
            <p:cNvPicPr/>
            <p:nvPr/>
          </p:nvPicPr>
          <p:blipFill>
            <a:blip r:embed="rId2"/>
            <a:srcRect b="10738"/>
            <a:stretch/>
          </p:blipFill>
          <p:spPr>
            <a:xfrm>
              <a:off x="6553080" y="228600"/>
              <a:ext cx="2055960" cy="633600"/>
            </a:xfrm>
            <a:prstGeom prst="rect">
              <a:avLst/>
            </a:prstGeom>
            <a:noFill/>
            <a:ln w="9360">
              <a:noFill/>
            </a:ln>
          </p:spPr>
        </p:pic>
        <p:sp>
          <p:nvSpPr>
            <p:cNvPr id="83" name="CustomShape 8"/>
            <p:cNvSpPr/>
            <p:nvPr/>
          </p:nvSpPr>
          <p:spPr>
            <a:xfrm>
              <a:off x="6527880" y="190440"/>
              <a:ext cx="2075040" cy="6843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pPr>
                <a:lnSpc>
                  <a:spcPct val="100000"/>
                </a:lnSpc>
              </a:pPr>
              <a:endParaRPr lang="en-US" sz="1800" b="0" u="none" strike="noStrike">
                <a:solidFill>
                  <a:srgbClr val="000000"/>
                </a:solidFill>
                <a:effectLst/>
                <a:uFillTx/>
                <a:latin typeface="Arial"/>
                <a:ea typeface="DejaVu Sans"/>
              </a:endParaRPr>
            </a:p>
          </p:txBody>
        </p:sp>
      </p:grpSp>
      <p:pic>
        <p:nvPicPr>
          <p:cNvPr id="84" name="Picture 15" descr="logo.jpg"/>
          <p:cNvPicPr/>
          <p:nvPr/>
        </p:nvPicPr>
        <p:blipFill>
          <a:blip r:embed="rId3"/>
          <a:stretch/>
        </p:blipFill>
        <p:spPr>
          <a:xfrm>
            <a:off x="6553080" y="228600"/>
            <a:ext cx="1919520" cy="608040"/>
          </a:xfrm>
          <a:prstGeom prst="rect">
            <a:avLst/>
          </a:prstGeom>
          <a:noFill/>
          <a:ln w="9360">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AndTx" preserve="1">
  <p:cSld name="Title, 2 Content and Content">
    <p:bg>
      <p:bgPr>
        <a:solidFill>
          <a:srgbClr val="FFFFFF"/>
        </a:solidFill>
        <a:effectLst/>
      </p:bgPr>
    </p:bg>
    <p:spTree>
      <p:nvGrpSpPr>
        <p:cNvPr id="1" name=""/>
        <p:cNvGrpSpPr/>
        <p:nvPr/>
      </p:nvGrpSpPr>
      <p:grpSpPr>
        <a:xfrm>
          <a:off x="0" y="0"/>
          <a:ext cx="0" cy="0"/>
          <a:chOff x="0" y="0"/>
          <a:chExt cx="0" cy="0"/>
        </a:xfrm>
      </p:grpSpPr>
      <p:sp>
        <p:nvSpPr>
          <p:cNvPr id="85" name="CustomShape 1"/>
          <p:cNvSpPr/>
          <p:nvPr/>
        </p:nvSpPr>
        <p:spPr>
          <a:xfrm>
            <a:off x="0" y="0"/>
            <a:ext cx="914256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sp>
        <p:nvSpPr>
          <p:cNvPr id="86" name="CustomShape 2"/>
          <p:cNvSpPr/>
          <p:nvPr/>
        </p:nvSpPr>
        <p:spPr>
          <a:xfrm flipV="1">
            <a:off x="0" y="6703920"/>
            <a:ext cx="9142560" cy="19656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87" name="Picture 10" descr="LOGO.gif"/>
          <p:cNvPicPr/>
          <p:nvPr/>
        </p:nvPicPr>
        <p:blipFill>
          <a:blip r:embed="rId2"/>
          <a:srcRect b="10738"/>
          <a:stretch/>
        </p:blipFill>
        <p:spPr>
          <a:xfrm>
            <a:off x="6553080" y="228600"/>
            <a:ext cx="2055960" cy="633600"/>
          </a:xfrm>
          <a:prstGeom prst="rect">
            <a:avLst/>
          </a:prstGeom>
          <a:noFill/>
          <a:ln w="9360">
            <a:noFill/>
          </a:ln>
        </p:spPr>
      </p:pic>
      <p:pic>
        <p:nvPicPr>
          <p:cNvPr id="88" name="Picture 10" descr="LOGO.gif"/>
          <p:cNvPicPr/>
          <p:nvPr/>
        </p:nvPicPr>
        <p:blipFill>
          <a:blip r:embed="rId2"/>
          <a:srcRect b="10738"/>
          <a:stretch/>
        </p:blipFill>
        <p:spPr>
          <a:xfrm>
            <a:off x="6553080" y="228600"/>
            <a:ext cx="2055960" cy="633600"/>
          </a:xfrm>
          <a:prstGeom prst="rect">
            <a:avLst/>
          </a:prstGeom>
          <a:noFill/>
          <a:ln w="9360">
            <a:noFill/>
          </a:ln>
        </p:spPr>
      </p:pic>
      <p:grpSp>
        <p:nvGrpSpPr>
          <p:cNvPr id="89" name="Group 3"/>
          <p:cNvGrpSpPr/>
          <p:nvPr/>
        </p:nvGrpSpPr>
        <p:grpSpPr>
          <a:xfrm>
            <a:off x="6146640" y="0"/>
            <a:ext cx="2995920" cy="874800"/>
            <a:chOff x="6146640" y="0"/>
            <a:chExt cx="2995920" cy="874800"/>
          </a:xfrm>
        </p:grpSpPr>
        <p:sp>
          <p:nvSpPr>
            <p:cNvPr id="90" name="CustomShape 4"/>
            <p:cNvSpPr/>
            <p:nvPr/>
          </p:nvSpPr>
          <p:spPr>
            <a:xfrm>
              <a:off x="6146640" y="0"/>
              <a:ext cx="299592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91" name="Picture 9" descr="LOGO.gif"/>
            <p:cNvPicPr/>
            <p:nvPr/>
          </p:nvPicPr>
          <p:blipFill>
            <a:blip r:embed="rId2"/>
            <a:srcRect b="10738"/>
            <a:stretch/>
          </p:blipFill>
          <p:spPr>
            <a:xfrm>
              <a:off x="6553080" y="228600"/>
              <a:ext cx="2055960" cy="633600"/>
            </a:xfrm>
            <a:prstGeom prst="rect">
              <a:avLst/>
            </a:prstGeom>
            <a:noFill/>
            <a:ln w="9360">
              <a:noFill/>
            </a:ln>
          </p:spPr>
        </p:pic>
        <p:sp>
          <p:nvSpPr>
            <p:cNvPr id="92" name="CustomShape 5"/>
            <p:cNvSpPr/>
            <p:nvPr/>
          </p:nvSpPr>
          <p:spPr>
            <a:xfrm>
              <a:off x="6527880" y="190440"/>
              <a:ext cx="2075040" cy="6843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pPr>
                <a:lnSpc>
                  <a:spcPct val="100000"/>
                </a:lnSpc>
              </a:pPr>
              <a:endParaRPr lang="en-US" sz="1800" b="0" u="none" strike="noStrike">
                <a:solidFill>
                  <a:srgbClr val="000000"/>
                </a:solidFill>
                <a:effectLst/>
                <a:uFillTx/>
                <a:latin typeface="Arial"/>
                <a:ea typeface="DejaVu Sans"/>
              </a:endParaRPr>
            </a:p>
          </p:txBody>
        </p:sp>
      </p:grpSp>
      <p:pic>
        <p:nvPicPr>
          <p:cNvPr id="93" name="Picture 15" descr="logo.jpg"/>
          <p:cNvPicPr/>
          <p:nvPr/>
        </p:nvPicPr>
        <p:blipFill>
          <a:blip r:embed="rId3"/>
          <a:stretch/>
        </p:blipFill>
        <p:spPr>
          <a:xfrm>
            <a:off x="6553080" y="228600"/>
            <a:ext cx="1919520" cy="608040"/>
          </a:xfrm>
          <a:prstGeom prst="rect">
            <a:avLst/>
          </a:prstGeom>
          <a:noFill/>
          <a:ln w="9360">
            <a:noFill/>
          </a:ln>
        </p:spPr>
      </p:pic>
      <p:pic>
        <p:nvPicPr>
          <p:cNvPr id="94" name="Picture 10" descr="LOGO.gif"/>
          <p:cNvPicPr/>
          <p:nvPr/>
        </p:nvPicPr>
        <p:blipFill>
          <a:blip r:embed="rId2"/>
          <a:srcRect b="10738"/>
          <a:stretch/>
        </p:blipFill>
        <p:spPr>
          <a:xfrm>
            <a:off x="6553080" y="228600"/>
            <a:ext cx="2055960" cy="633600"/>
          </a:xfrm>
          <a:prstGeom prst="rect">
            <a:avLst/>
          </a:prstGeom>
          <a:noFill/>
          <a:ln w="9360">
            <a:noFill/>
          </a:ln>
        </p:spPr>
      </p:pic>
      <p:grpSp>
        <p:nvGrpSpPr>
          <p:cNvPr id="95" name="Group 6"/>
          <p:cNvGrpSpPr/>
          <p:nvPr/>
        </p:nvGrpSpPr>
        <p:grpSpPr>
          <a:xfrm>
            <a:off x="6146640" y="0"/>
            <a:ext cx="2995920" cy="874800"/>
            <a:chOff x="6146640" y="0"/>
            <a:chExt cx="2995920" cy="874800"/>
          </a:xfrm>
        </p:grpSpPr>
        <p:sp>
          <p:nvSpPr>
            <p:cNvPr id="96" name="CustomShape 7"/>
            <p:cNvSpPr/>
            <p:nvPr/>
          </p:nvSpPr>
          <p:spPr>
            <a:xfrm>
              <a:off x="6146640" y="0"/>
              <a:ext cx="299592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97" name="Picture 9" descr="LOGO.gif"/>
            <p:cNvPicPr/>
            <p:nvPr/>
          </p:nvPicPr>
          <p:blipFill>
            <a:blip r:embed="rId2"/>
            <a:srcRect b="10738"/>
            <a:stretch/>
          </p:blipFill>
          <p:spPr>
            <a:xfrm>
              <a:off x="6553080" y="228600"/>
              <a:ext cx="2055960" cy="633600"/>
            </a:xfrm>
            <a:prstGeom prst="rect">
              <a:avLst/>
            </a:prstGeom>
            <a:noFill/>
            <a:ln w="9360">
              <a:noFill/>
            </a:ln>
          </p:spPr>
        </p:pic>
        <p:sp>
          <p:nvSpPr>
            <p:cNvPr id="98" name="CustomShape 8"/>
            <p:cNvSpPr/>
            <p:nvPr/>
          </p:nvSpPr>
          <p:spPr>
            <a:xfrm>
              <a:off x="6527880" y="190440"/>
              <a:ext cx="2075040" cy="6843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pPr>
                <a:lnSpc>
                  <a:spcPct val="100000"/>
                </a:lnSpc>
              </a:pPr>
              <a:endParaRPr lang="en-US" sz="1800" b="0" u="none" strike="noStrike">
                <a:solidFill>
                  <a:srgbClr val="000000"/>
                </a:solidFill>
                <a:effectLst/>
                <a:uFillTx/>
                <a:latin typeface="Arial"/>
                <a:ea typeface="DejaVu Sans"/>
              </a:endParaRPr>
            </a:p>
          </p:txBody>
        </p:sp>
      </p:grpSp>
      <p:pic>
        <p:nvPicPr>
          <p:cNvPr id="99" name="Picture 15" descr="logo.jpg"/>
          <p:cNvPicPr/>
          <p:nvPr/>
        </p:nvPicPr>
        <p:blipFill>
          <a:blip r:embed="rId3"/>
          <a:stretch/>
        </p:blipFill>
        <p:spPr>
          <a:xfrm>
            <a:off x="6553080" y="228600"/>
            <a:ext cx="1919520" cy="608040"/>
          </a:xfrm>
          <a:prstGeom prst="rect">
            <a:avLst/>
          </a:prstGeom>
          <a:noFill/>
          <a:ln w="9360">
            <a:noFill/>
          </a:ln>
        </p:spPr>
      </p:pic>
      <p:sp>
        <p:nvSpPr>
          <p:cNvPr id="100" name="PlaceHolder 1"/>
          <p:cNvSpPr>
            <a:spLocks noGrp="1"/>
          </p:cNvSpPr>
          <p:nvPr>
            <p:ph type="title"/>
          </p:nvPr>
        </p:nvSpPr>
        <p:spPr>
          <a:xfrm>
            <a:off x="0" y="0"/>
            <a:ext cx="5484960" cy="912960"/>
          </a:xfrm>
          <a:prstGeom prst="rect">
            <a:avLst/>
          </a:prstGeom>
          <a:noFill/>
          <a:ln w="0">
            <a:noFill/>
          </a:ln>
        </p:spPr>
        <p:txBody>
          <a:bodyPr lIns="0" tIns="0" rIns="0" bIns="0" anchor="ctr">
            <a:noAutofit/>
          </a:bodyPr>
          <a:lstStyle/>
          <a:p>
            <a:pPr indent="0">
              <a:lnSpc>
                <a:spcPct val="100000"/>
              </a:lnSpc>
              <a:buNone/>
              <a:tabLst>
                <a:tab pos="0" algn="l"/>
              </a:tabLst>
            </a:pPr>
            <a:r>
              <a:rPr lang="en-US" sz="4400" b="0" u="none" strike="noStrike">
                <a:solidFill>
                  <a:schemeClr val="dk1"/>
                </a:solidFill>
                <a:effectLst/>
                <a:uFillTx/>
                <a:latin typeface="Arial"/>
              </a:rPr>
              <a:t>Click to edit the title text format</a:t>
            </a:r>
            <a:endParaRPr lang="en-IN" sz="4400" b="0" u="none" strike="noStrike">
              <a:solidFill>
                <a:srgbClr val="000000"/>
              </a:solidFill>
              <a:effectLst/>
              <a:uFillTx/>
              <a:latin typeface="Arial"/>
            </a:endParaRPr>
          </a:p>
        </p:txBody>
      </p:sp>
      <p:sp>
        <p:nvSpPr>
          <p:cNvPr id="101" name="PlaceHolder 2"/>
          <p:cNvSpPr>
            <a:spLocks noGrp="1"/>
          </p:cNvSpPr>
          <p:nvPr>
            <p:ph type="body"/>
          </p:nvPr>
        </p:nvSpPr>
        <p:spPr>
          <a:xfrm>
            <a:off x="457200" y="1604520"/>
            <a:ext cx="4014720" cy="189576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endParaRPr lang="en-IN"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endParaRPr lang="en-IN"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endParaRPr lang="en-IN"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endParaRPr lang="en-IN"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endParaRPr lang="en-IN"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endParaRPr lang="en-IN"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endParaRPr lang="en-IN" sz="2800" b="0" u="none" strike="noStrike">
              <a:solidFill>
                <a:srgbClr val="000000"/>
              </a:solidFill>
              <a:effectLst/>
              <a:uFillTx/>
              <a:latin typeface="Arial"/>
            </a:endParaRPr>
          </a:p>
        </p:txBody>
      </p:sp>
      <p:sp>
        <p:nvSpPr>
          <p:cNvPr id="102" name="PlaceHolder 3"/>
          <p:cNvSpPr>
            <a:spLocks noGrp="1"/>
          </p:cNvSpPr>
          <p:nvPr>
            <p:ph type="body"/>
          </p:nvPr>
        </p:nvSpPr>
        <p:spPr>
          <a:xfrm>
            <a:off x="4674240" y="1604520"/>
            <a:ext cx="4014720" cy="3976200"/>
          </a:xfrm>
          <a:prstGeom prst="rect">
            <a:avLst/>
          </a:prstGeom>
          <a:noFill/>
          <a:ln w="0">
            <a:noFill/>
          </a:ln>
        </p:spPr>
        <p:txBody>
          <a:bodyPr lIns="0" tIns="0" rIns="0" bIns="0" anchor="t">
            <a:normAutofit fontScale="7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endParaRPr lang="en-IN"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endParaRPr lang="en-IN"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endParaRPr lang="en-IN"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endParaRPr lang="en-IN"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endParaRPr lang="en-IN"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endParaRPr lang="en-IN"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endParaRPr lang="en-IN" sz="2800" b="0" u="none" strike="noStrike">
              <a:solidFill>
                <a:srgbClr val="000000"/>
              </a:solidFill>
              <a:effectLst/>
              <a:uFillTx/>
              <a:latin typeface="Arial"/>
            </a:endParaRPr>
          </a:p>
        </p:txBody>
      </p:sp>
      <p:sp>
        <p:nvSpPr>
          <p:cNvPr id="103" name="PlaceHolder 4"/>
          <p:cNvSpPr>
            <a:spLocks noGrp="1"/>
          </p:cNvSpPr>
          <p:nvPr>
            <p:ph type="body"/>
          </p:nvPr>
        </p:nvSpPr>
        <p:spPr>
          <a:xfrm>
            <a:off x="457200" y="3682080"/>
            <a:ext cx="4014720" cy="189576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endParaRPr lang="en-IN"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endParaRPr lang="en-IN"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endParaRPr lang="en-IN"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endParaRPr lang="en-IN"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endParaRPr lang="en-IN"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endParaRPr lang="en-IN"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endParaRPr lang="en-IN" sz="2800" b="0" u="none" strike="noStrike">
              <a:solidFill>
                <a:srgbClr val="000000"/>
              </a:solidFill>
              <a:effectLst/>
              <a:uFillTx/>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AndTwoObj" preserve="1">
  <p:cSld name="Title Content and 2 Content">
    <p:bg>
      <p:bgPr>
        <a:solidFill>
          <a:srgbClr val="FFFFFF"/>
        </a:solidFill>
        <a:effectLst/>
      </p:bgPr>
    </p:bg>
    <p:spTree>
      <p:nvGrpSpPr>
        <p:cNvPr id="1" name=""/>
        <p:cNvGrpSpPr/>
        <p:nvPr/>
      </p:nvGrpSpPr>
      <p:grpSpPr>
        <a:xfrm>
          <a:off x="0" y="0"/>
          <a:ext cx="0" cy="0"/>
          <a:chOff x="0" y="0"/>
          <a:chExt cx="0" cy="0"/>
        </a:xfrm>
      </p:grpSpPr>
      <p:sp>
        <p:nvSpPr>
          <p:cNvPr id="104" name="CustomShape 1"/>
          <p:cNvSpPr/>
          <p:nvPr/>
        </p:nvSpPr>
        <p:spPr>
          <a:xfrm>
            <a:off x="0" y="0"/>
            <a:ext cx="914256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sp>
        <p:nvSpPr>
          <p:cNvPr id="105" name="CustomShape 2"/>
          <p:cNvSpPr/>
          <p:nvPr/>
        </p:nvSpPr>
        <p:spPr>
          <a:xfrm flipV="1">
            <a:off x="0" y="6703920"/>
            <a:ext cx="9142560" cy="19656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106" name="Picture 10" descr="LOGO.gif"/>
          <p:cNvPicPr/>
          <p:nvPr/>
        </p:nvPicPr>
        <p:blipFill>
          <a:blip r:embed="rId2"/>
          <a:srcRect b="10738"/>
          <a:stretch/>
        </p:blipFill>
        <p:spPr>
          <a:xfrm>
            <a:off x="6553080" y="228600"/>
            <a:ext cx="2055960" cy="633600"/>
          </a:xfrm>
          <a:prstGeom prst="rect">
            <a:avLst/>
          </a:prstGeom>
          <a:noFill/>
          <a:ln w="9360">
            <a:noFill/>
          </a:ln>
        </p:spPr>
      </p:pic>
      <p:pic>
        <p:nvPicPr>
          <p:cNvPr id="107" name="Picture 10" descr="LOGO.gif"/>
          <p:cNvPicPr/>
          <p:nvPr/>
        </p:nvPicPr>
        <p:blipFill>
          <a:blip r:embed="rId2"/>
          <a:srcRect b="10738"/>
          <a:stretch/>
        </p:blipFill>
        <p:spPr>
          <a:xfrm>
            <a:off x="6553080" y="228600"/>
            <a:ext cx="2055960" cy="633600"/>
          </a:xfrm>
          <a:prstGeom prst="rect">
            <a:avLst/>
          </a:prstGeom>
          <a:noFill/>
          <a:ln w="9360">
            <a:noFill/>
          </a:ln>
        </p:spPr>
      </p:pic>
      <p:grpSp>
        <p:nvGrpSpPr>
          <p:cNvPr id="108" name="Group 3"/>
          <p:cNvGrpSpPr/>
          <p:nvPr/>
        </p:nvGrpSpPr>
        <p:grpSpPr>
          <a:xfrm>
            <a:off x="6146640" y="0"/>
            <a:ext cx="2995920" cy="874800"/>
            <a:chOff x="6146640" y="0"/>
            <a:chExt cx="2995920" cy="874800"/>
          </a:xfrm>
        </p:grpSpPr>
        <p:sp>
          <p:nvSpPr>
            <p:cNvPr id="109" name="CustomShape 4"/>
            <p:cNvSpPr/>
            <p:nvPr/>
          </p:nvSpPr>
          <p:spPr>
            <a:xfrm>
              <a:off x="6146640" y="0"/>
              <a:ext cx="299592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110" name="Picture 9" descr="LOGO.gif"/>
            <p:cNvPicPr/>
            <p:nvPr/>
          </p:nvPicPr>
          <p:blipFill>
            <a:blip r:embed="rId2"/>
            <a:srcRect b="10738"/>
            <a:stretch/>
          </p:blipFill>
          <p:spPr>
            <a:xfrm>
              <a:off x="6553080" y="228600"/>
              <a:ext cx="2055960" cy="633600"/>
            </a:xfrm>
            <a:prstGeom prst="rect">
              <a:avLst/>
            </a:prstGeom>
            <a:noFill/>
            <a:ln w="9360">
              <a:noFill/>
            </a:ln>
          </p:spPr>
        </p:pic>
        <p:sp>
          <p:nvSpPr>
            <p:cNvPr id="111" name="CustomShape 5"/>
            <p:cNvSpPr/>
            <p:nvPr/>
          </p:nvSpPr>
          <p:spPr>
            <a:xfrm>
              <a:off x="6527880" y="190440"/>
              <a:ext cx="2075040" cy="6843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pPr>
                <a:lnSpc>
                  <a:spcPct val="100000"/>
                </a:lnSpc>
              </a:pPr>
              <a:endParaRPr lang="en-US" sz="1800" b="0" u="none" strike="noStrike">
                <a:solidFill>
                  <a:srgbClr val="000000"/>
                </a:solidFill>
                <a:effectLst/>
                <a:uFillTx/>
                <a:latin typeface="Arial"/>
                <a:ea typeface="DejaVu Sans"/>
              </a:endParaRPr>
            </a:p>
          </p:txBody>
        </p:sp>
      </p:grpSp>
      <p:pic>
        <p:nvPicPr>
          <p:cNvPr id="112" name="Picture 15" descr="logo.jpg"/>
          <p:cNvPicPr/>
          <p:nvPr/>
        </p:nvPicPr>
        <p:blipFill>
          <a:blip r:embed="rId3"/>
          <a:stretch/>
        </p:blipFill>
        <p:spPr>
          <a:xfrm>
            <a:off x="6553080" y="228600"/>
            <a:ext cx="1919520" cy="608040"/>
          </a:xfrm>
          <a:prstGeom prst="rect">
            <a:avLst/>
          </a:prstGeom>
          <a:noFill/>
          <a:ln w="9360">
            <a:noFill/>
          </a:ln>
        </p:spPr>
      </p:pic>
      <p:pic>
        <p:nvPicPr>
          <p:cNvPr id="113" name="Picture 10" descr="LOGO.gif"/>
          <p:cNvPicPr/>
          <p:nvPr/>
        </p:nvPicPr>
        <p:blipFill>
          <a:blip r:embed="rId2"/>
          <a:srcRect b="10738"/>
          <a:stretch/>
        </p:blipFill>
        <p:spPr>
          <a:xfrm>
            <a:off x="6553080" y="228600"/>
            <a:ext cx="2055960" cy="633600"/>
          </a:xfrm>
          <a:prstGeom prst="rect">
            <a:avLst/>
          </a:prstGeom>
          <a:noFill/>
          <a:ln w="9360">
            <a:noFill/>
          </a:ln>
        </p:spPr>
      </p:pic>
      <p:grpSp>
        <p:nvGrpSpPr>
          <p:cNvPr id="114" name="Group 6"/>
          <p:cNvGrpSpPr/>
          <p:nvPr/>
        </p:nvGrpSpPr>
        <p:grpSpPr>
          <a:xfrm>
            <a:off x="6146640" y="0"/>
            <a:ext cx="2995920" cy="874800"/>
            <a:chOff x="6146640" y="0"/>
            <a:chExt cx="2995920" cy="874800"/>
          </a:xfrm>
        </p:grpSpPr>
        <p:sp>
          <p:nvSpPr>
            <p:cNvPr id="115" name="CustomShape 7"/>
            <p:cNvSpPr/>
            <p:nvPr/>
          </p:nvSpPr>
          <p:spPr>
            <a:xfrm>
              <a:off x="6146640" y="0"/>
              <a:ext cx="299592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116" name="Picture 9" descr="LOGO.gif"/>
            <p:cNvPicPr/>
            <p:nvPr/>
          </p:nvPicPr>
          <p:blipFill>
            <a:blip r:embed="rId2"/>
            <a:srcRect b="10738"/>
            <a:stretch/>
          </p:blipFill>
          <p:spPr>
            <a:xfrm>
              <a:off x="6553080" y="228600"/>
              <a:ext cx="2055960" cy="633600"/>
            </a:xfrm>
            <a:prstGeom prst="rect">
              <a:avLst/>
            </a:prstGeom>
            <a:noFill/>
            <a:ln w="9360">
              <a:noFill/>
            </a:ln>
          </p:spPr>
        </p:pic>
        <p:sp>
          <p:nvSpPr>
            <p:cNvPr id="117" name="CustomShape 8"/>
            <p:cNvSpPr/>
            <p:nvPr/>
          </p:nvSpPr>
          <p:spPr>
            <a:xfrm>
              <a:off x="6527880" y="190440"/>
              <a:ext cx="2075040" cy="6843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pPr>
                <a:lnSpc>
                  <a:spcPct val="100000"/>
                </a:lnSpc>
              </a:pPr>
              <a:endParaRPr lang="en-US" sz="1800" b="0" u="none" strike="noStrike">
                <a:solidFill>
                  <a:srgbClr val="000000"/>
                </a:solidFill>
                <a:effectLst/>
                <a:uFillTx/>
                <a:latin typeface="Arial"/>
                <a:ea typeface="DejaVu Sans"/>
              </a:endParaRPr>
            </a:p>
          </p:txBody>
        </p:sp>
      </p:grpSp>
      <p:pic>
        <p:nvPicPr>
          <p:cNvPr id="118" name="Picture 15" descr="logo.jpg"/>
          <p:cNvPicPr/>
          <p:nvPr/>
        </p:nvPicPr>
        <p:blipFill>
          <a:blip r:embed="rId3"/>
          <a:stretch/>
        </p:blipFill>
        <p:spPr>
          <a:xfrm>
            <a:off x="6553080" y="228600"/>
            <a:ext cx="1919520" cy="608040"/>
          </a:xfrm>
          <a:prstGeom prst="rect">
            <a:avLst/>
          </a:prstGeom>
          <a:noFill/>
          <a:ln w="9360">
            <a:noFill/>
          </a:ln>
        </p:spPr>
      </p:pic>
      <p:sp>
        <p:nvSpPr>
          <p:cNvPr id="119" name="PlaceHolder 1"/>
          <p:cNvSpPr>
            <a:spLocks noGrp="1"/>
          </p:cNvSpPr>
          <p:nvPr>
            <p:ph type="title"/>
          </p:nvPr>
        </p:nvSpPr>
        <p:spPr>
          <a:xfrm>
            <a:off x="0" y="0"/>
            <a:ext cx="5484960" cy="912960"/>
          </a:xfrm>
          <a:prstGeom prst="rect">
            <a:avLst/>
          </a:prstGeom>
          <a:noFill/>
          <a:ln w="0">
            <a:noFill/>
          </a:ln>
        </p:spPr>
        <p:txBody>
          <a:bodyPr lIns="0" tIns="0" rIns="0" bIns="0" anchor="ctr">
            <a:noAutofit/>
          </a:bodyPr>
          <a:lstStyle/>
          <a:p>
            <a:pPr indent="0">
              <a:lnSpc>
                <a:spcPct val="100000"/>
              </a:lnSpc>
              <a:buNone/>
              <a:tabLst>
                <a:tab pos="0" algn="l"/>
              </a:tabLst>
            </a:pPr>
            <a:r>
              <a:rPr lang="en-US" sz="4400" b="0" u="none" strike="noStrike">
                <a:solidFill>
                  <a:schemeClr val="dk1"/>
                </a:solidFill>
                <a:effectLst/>
                <a:uFillTx/>
                <a:latin typeface="Arial"/>
              </a:rPr>
              <a:t>Click to edit the title text format</a:t>
            </a:r>
            <a:endParaRPr lang="en-IN" sz="4400" b="0" u="none" strike="noStrike">
              <a:solidFill>
                <a:srgbClr val="000000"/>
              </a:solidFill>
              <a:effectLst/>
              <a:uFillTx/>
              <a:latin typeface="Arial"/>
            </a:endParaRPr>
          </a:p>
        </p:txBody>
      </p:sp>
      <p:sp>
        <p:nvSpPr>
          <p:cNvPr id="120" name="PlaceHolder 2"/>
          <p:cNvSpPr>
            <a:spLocks noGrp="1"/>
          </p:cNvSpPr>
          <p:nvPr>
            <p:ph type="body"/>
          </p:nvPr>
        </p:nvSpPr>
        <p:spPr>
          <a:xfrm>
            <a:off x="457200" y="1604520"/>
            <a:ext cx="4014720" cy="3976200"/>
          </a:xfrm>
          <a:prstGeom prst="rect">
            <a:avLst/>
          </a:prstGeom>
          <a:noFill/>
          <a:ln w="0">
            <a:noFill/>
          </a:ln>
        </p:spPr>
        <p:txBody>
          <a:bodyPr lIns="0" tIns="0" rIns="0" bIns="0" anchor="t">
            <a:normAutofit fontScale="7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endParaRPr lang="en-IN"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endParaRPr lang="en-IN"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endParaRPr lang="en-IN"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endParaRPr lang="en-IN"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endParaRPr lang="en-IN"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endParaRPr lang="en-IN"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endParaRPr lang="en-IN" sz="2800" b="0" u="none" strike="noStrike">
              <a:solidFill>
                <a:srgbClr val="000000"/>
              </a:solidFill>
              <a:effectLst/>
              <a:uFillTx/>
              <a:latin typeface="Arial"/>
            </a:endParaRPr>
          </a:p>
        </p:txBody>
      </p:sp>
      <p:sp>
        <p:nvSpPr>
          <p:cNvPr id="121" name="PlaceHolder 3"/>
          <p:cNvSpPr>
            <a:spLocks noGrp="1"/>
          </p:cNvSpPr>
          <p:nvPr>
            <p:ph type="body"/>
          </p:nvPr>
        </p:nvSpPr>
        <p:spPr>
          <a:xfrm>
            <a:off x="4674240" y="1604520"/>
            <a:ext cx="4014720" cy="189576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endParaRPr lang="en-IN"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endParaRPr lang="en-IN"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endParaRPr lang="en-IN"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endParaRPr lang="en-IN"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endParaRPr lang="en-IN"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endParaRPr lang="en-IN"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endParaRPr lang="en-IN" sz="2800" b="0" u="none" strike="noStrike">
              <a:solidFill>
                <a:srgbClr val="000000"/>
              </a:solidFill>
              <a:effectLst/>
              <a:uFillTx/>
              <a:latin typeface="Arial"/>
            </a:endParaRPr>
          </a:p>
        </p:txBody>
      </p:sp>
      <p:sp>
        <p:nvSpPr>
          <p:cNvPr id="122" name="PlaceHolder 4"/>
          <p:cNvSpPr>
            <a:spLocks noGrp="1"/>
          </p:cNvSpPr>
          <p:nvPr>
            <p:ph type="body"/>
          </p:nvPr>
        </p:nvSpPr>
        <p:spPr>
          <a:xfrm>
            <a:off x="4674240" y="3682080"/>
            <a:ext cx="4014720" cy="189576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endParaRPr lang="en-IN"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endParaRPr lang="en-IN"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endParaRPr lang="en-IN"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endParaRPr lang="en-IN"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endParaRPr lang="en-IN"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endParaRPr lang="en-IN"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endParaRPr lang="en-IN" sz="2800" b="0" u="none" strike="noStrike">
              <a:solidFill>
                <a:srgbClr val="000000"/>
              </a:solidFill>
              <a:effectLst/>
              <a:uFillTx/>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bg>
      <p:bgPr>
        <a:solidFill>
          <a:srgbClr val="FFFFFF"/>
        </a:solidFill>
        <a:effectLst/>
      </p:bgPr>
    </p:bg>
    <p:spTree>
      <p:nvGrpSpPr>
        <p:cNvPr id="1" name=""/>
        <p:cNvGrpSpPr/>
        <p:nvPr/>
      </p:nvGrpSpPr>
      <p:grpSpPr>
        <a:xfrm>
          <a:off x="0" y="0"/>
          <a:ext cx="0" cy="0"/>
          <a:chOff x="0" y="0"/>
          <a:chExt cx="0" cy="0"/>
        </a:xfrm>
      </p:grpSpPr>
      <p:sp>
        <p:nvSpPr>
          <p:cNvPr id="123" name="CustomShape 1"/>
          <p:cNvSpPr/>
          <p:nvPr/>
        </p:nvSpPr>
        <p:spPr>
          <a:xfrm>
            <a:off x="0" y="0"/>
            <a:ext cx="914256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sp>
        <p:nvSpPr>
          <p:cNvPr id="124" name="CustomShape 2"/>
          <p:cNvSpPr/>
          <p:nvPr/>
        </p:nvSpPr>
        <p:spPr>
          <a:xfrm flipV="1">
            <a:off x="0" y="6703920"/>
            <a:ext cx="9142560" cy="19656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125" name="Picture 10" descr="LOGO.gif"/>
          <p:cNvPicPr/>
          <p:nvPr/>
        </p:nvPicPr>
        <p:blipFill>
          <a:blip r:embed="rId2"/>
          <a:srcRect b="10738"/>
          <a:stretch/>
        </p:blipFill>
        <p:spPr>
          <a:xfrm>
            <a:off x="6553080" y="228600"/>
            <a:ext cx="2055960" cy="633600"/>
          </a:xfrm>
          <a:prstGeom prst="rect">
            <a:avLst/>
          </a:prstGeom>
          <a:noFill/>
          <a:ln w="9360">
            <a:noFill/>
          </a:ln>
        </p:spPr>
      </p:pic>
      <p:pic>
        <p:nvPicPr>
          <p:cNvPr id="126" name="Picture 10" descr="LOGO.gif"/>
          <p:cNvPicPr/>
          <p:nvPr/>
        </p:nvPicPr>
        <p:blipFill>
          <a:blip r:embed="rId2"/>
          <a:srcRect b="10738"/>
          <a:stretch/>
        </p:blipFill>
        <p:spPr>
          <a:xfrm>
            <a:off x="6553080" y="228600"/>
            <a:ext cx="2055960" cy="633600"/>
          </a:xfrm>
          <a:prstGeom prst="rect">
            <a:avLst/>
          </a:prstGeom>
          <a:noFill/>
          <a:ln w="9360">
            <a:noFill/>
          </a:ln>
        </p:spPr>
      </p:pic>
      <p:grpSp>
        <p:nvGrpSpPr>
          <p:cNvPr id="127" name="Group 3"/>
          <p:cNvGrpSpPr/>
          <p:nvPr/>
        </p:nvGrpSpPr>
        <p:grpSpPr>
          <a:xfrm>
            <a:off x="6146640" y="0"/>
            <a:ext cx="2995920" cy="874800"/>
            <a:chOff x="6146640" y="0"/>
            <a:chExt cx="2995920" cy="874800"/>
          </a:xfrm>
        </p:grpSpPr>
        <p:sp>
          <p:nvSpPr>
            <p:cNvPr id="128" name="CustomShape 4"/>
            <p:cNvSpPr/>
            <p:nvPr/>
          </p:nvSpPr>
          <p:spPr>
            <a:xfrm>
              <a:off x="6146640" y="0"/>
              <a:ext cx="299592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129" name="Picture 9" descr="LOGO.gif"/>
            <p:cNvPicPr/>
            <p:nvPr/>
          </p:nvPicPr>
          <p:blipFill>
            <a:blip r:embed="rId2"/>
            <a:srcRect b="10738"/>
            <a:stretch/>
          </p:blipFill>
          <p:spPr>
            <a:xfrm>
              <a:off x="6553080" y="228600"/>
              <a:ext cx="2055960" cy="633600"/>
            </a:xfrm>
            <a:prstGeom prst="rect">
              <a:avLst/>
            </a:prstGeom>
            <a:noFill/>
            <a:ln w="9360">
              <a:noFill/>
            </a:ln>
          </p:spPr>
        </p:pic>
        <p:sp>
          <p:nvSpPr>
            <p:cNvPr id="130" name="CustomShape 5"/>
            <p:cNvSpPr/>
            <p:nvPr/>
          </p:nvSpPr>
          <p:spPr>
            <a:xfrm>
              <a:off x="6527880" y="190440"/>
              <a:ext cx="2075040" cy="6843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pPr>
                <a:lnSpc>
                  <a:spcPct val="100000"/>
                </a:lnSpc>
              </a:pPr>
              <a:endParaRPr lang="en-US" sz="1800" b="0" u="none" strike="noStrike">
                <a:solidFill>
                  <a:srgbClr val="000000"/>
                </a:solidFill>
                <a:effectLst/>
                <a:uFillTx/>
                <a:latin typeface="Arial"/>
                <a:ea typeface="DejaVu Sans"/>
              </a:endParaRPr>
            </a:p>
          </p:txBody>
        </p:sp>
      </p:grpSp>
      <p:pic>
        <p:nvPicPr>
          <p:cNvPr id="131" name="Picture 15" descr="logo.jpg"/>
          <p:cNvPicPr/>
          <p:nvPr/>
        </p:nvPicPr>
        <p:blipFill>
          <a:blip r:embed="rId3"/>
          <a:stretch/>
        </p:blipFill>
        <p:spPr>
          <a:xfrm>
            <a:off x="6553080" y="228600"/>
            <a:ext cx="1919520" cy="608040"/>
          </a:xfrm>
          <a:prstGeom prst="rect">
            <a:avLst/>
          </a:prstGeom>
          <a:noFill/>
          <a:ln w="9360">
            <a:noFill/>
          </a:ln>
        </p:spPr>
      </p:pic>
      <p:pic>
        <p:nvPicPr>
          <p:cNvPr id="132" name="Picture 10" descr="LOGO.gif"/>
          <p:cNvPicPr/>
          <p:nvPr/>
        </p:nvPicPr>
        <p:blipFill>
          <a:blip r:embed="rId2"/>
          <a:srcRect b="10738"/>
          <a:stretch/>
        </p:blipFill>
        <p:spPr>
          <a:xfrm>
            <a:off x="6553080" y="228600"/>
            <a:ext cx="2055960" cy="633600"/>
          </a:xfrm>
          <a:prstGeom prst="rect">
            <a:avLst/>
          </a:prstGeom>
          <a:noFill/>
          <a:ln w="9360">
            <a:noFill/>
          </a:ln>
        </p:spPr>
      </p:pic>
      <p:grpSp>
        <p:nvGrpSpPr>
          <p:cNvPr id="133" name="Group 6"/>
          <p:cNvGrpSpPr/>
          <p:nvPr/>
        </p:nvGrpSpPr>
        <p:grpSpPr>
          <a:xfrm>
            <a:off x="6146640" y="0"/>
            <a:ext cx="2995920" cy="874800"/>
            <a:chOff x="6146640" y="0"/>
            <a:chExt cx="2995920" cy="874800"/>
          </a:xfrm>
        </p:grpSpPr>
        <p:sp>
          <p:nvSpPr>
            <p:cNvPr id="134" name="CustomShape 7"/>
            <p:cNvSpPr/>
            <p:nvPr/>
          </p:nvSpPr>
          <p:spPr>
            <a:xfrm>
              <a:off x="6146640" y="0"/>
              <a:ext cx="299592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135" name="Picture 9" descr="LOGO.gif"/>
            <p:cNvPicPr/>
            <p:nvPr/>
          </p:nvPicPr>
          <p:blipFill>
            <a:blip r:embed="rId2"/>
            <a:srcRect b="10738"/>
            <a:stretch/>
          </p:blipFill>
          <p:spPr>
            <a:xfrm>
              <a:off x="6553080" y="228600"/>
              <a:ext cx="2055960" cy="633600"/>
            </a:xfrm>
            <a:prstGeom prst="rect">
              <a:avLst/>
            </a:prstGeom>
            <a:noFill/>
            <a:ln w="9360">
              <a:noFill/>
            </a:ln>
          </p:spPr>
        </p:pic>
        <p:sp>
          <p:nvSpPr>
            <p:cNvPr id="136" name="CustomShape 8"/>
            <p:cNvSpPr/>
            <p:nvPr/>
          </p:nvSpPr>
          <p:spPr>
            <a:xfrm>
              <a:off x="6527880" y="190440"/>
              <a:ext cx="2075040" cy="6843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pPr>
                <a:lnSpc>
                  <a:spcPct val="100000"/>
                </a:lnSpc>
              </a:pPr>
              <a:endParaRPr lang="en-US" sz="1800" b="0" u="none" strike="noStrike">
                <a:solidFill>
                  <a:srgbClr val="000000"/>
                </a:solidFill>
                <a:effectLst/>
                <a:uFillTx/>
                <a:latin typeface="Arial"/>
                <a:ea typeface="DejaVu Sans"/>
              </a:endParaRPr>
            </a:p>
          </p:txBody>
        </p:sp>
      </p:grpSp>
      <p:pic>
        <p:nvPicPr>
          <p:cNvPr id="137" name="Picture 15" descr="logo.jpg"/>
          <p:cNvPicPr/>
          <p:nvPr/>
        </p:nvPicPr>
        <p:blipFill>
          <a:blip r:embed="rId3"/>
          <a:stretch/>
        </p:blipFill>
        <p:spPr>
          <a:xfrm>
            <a:off x="6553080" y="228600"/>
            <a:ext cx="1919520" cy="608040"/>
          </a:xfrm>
          <a:prstGeom prst="rect">
            <a:avLst/>
          </a:prstGeom>
          <a:noFill/>
          <a:ln w="9360">
            <a:noFill/>
          </a:ln>
        </p:spPr>
      </p:pic>
      <p:sp>
        <p:nvSpPr>
          <p:cNvPr id="138" name="PlaceHolder 1"/>
          <p:cNvSpPr>
            <a:spLocks noGrp="1"/>
          </p:cNvSpPr>
          <p:nvPr>
            <p:ph type="title"/>
          </p:nvPr>
        </p:nvSpPr>
        <p:spPr>
          <a:xfrm>
            <a:off x="0" y="0"/>
            <a:ext cx="5484960" cy="912960"/>
          </a:xfrm>
          <a:prstGeom prst="rect">
            <a:avLst/>
          </a:prstGeom>
          <a:noFill/>
          <a:ln w="0">
            <a:noFill/>
          </a:ln>
        </p:spPr>
        <p:txBody>
          <a:bodyPr lIns="0" tIns="0" rIns="0" bIns="0" anchor="ctr">
            <a:noAutofit/>
          </a:bodyPr>
          <a:lstStyle/>
          <a:p>
            <a:pPr indent="0">
              <a:lnSpc>
                <a:spcPct val="100000"/>
              </a:lnSpc>
              <a:buNone/>
              <a:tabLst>
                <a:tab pos="0" algn="l"/>
              </a:tabLst>
            </a:pPr>
            <a:r>
              <a:rPr lang="en-US" sz="4400" b="0" u="none" strike="noStrike">
                <a:solidFill>
                  <a:schemeClr val="dk1"/>
                </a:solidFill>
                <a:effectLst/>
                <a:uFillTx/>
                <a:latin typeface="Arial"/>
              </a:rPr>
              <a:t>Click to edit the title text format</a:t>
            </a:r>
            <a:endParaRPr lang="en-IN" sz="4400" b="0" u="none" strike="noStrike">
              <a:solidFill>
                <a:srgbClr val="000000"/>
              </a:solidFill>
              <a:effectLst/>
              <a:uFillTx/>
              <a:latin typeface="Arial"/>
            </a:endParaRPr>
          </a:p>
        </p:txBody>
      </p:sp>
      <p:sp>
        <p:nvSpPr>
          <p:cNvPr id="139" name="PlaceHolder 2"/>
          <p:cNvSpPr>
            <a:spLocks noGrp="1"/>
          </p:cNvSpPr>
          <p:nvPr>
            <p:ph type="body"/>
          </p:nvPr>
        </p:nvSpPr>
        <p:spPr>
          <a:xfrm>
            <a:off x="457200" y="1604520"/>
            <a:ext cx="4014720" cy="189576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endParaRPr lang="en-IN"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endParaRPr lang="en-IN"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endParaRPr lang="en-IN"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endParaRPr lang="en-IN"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endParaRPr lang="en-IN"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endParaRPr lang="en-IN"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endParaRPr lang="en-IN" sz="2800" b="0" u="none" strike="noStrike">
              <a:solidFill>
                <a:srgbClr val="000000"/>
              </a:solidFill>
              <a:effectLst/>
              <a:uFillTx/>
              <a:latin typeface="Arial"/>
            </a:endParaRPr>
          </a:p>
        </p:txBody>
      </p:sp>
      <p:sp>
        <p:nvSpPr>
          <p:cNvPr id="140" name="PlaceHolder 3"/>
          <p:cNvSpPr>
            <a:spLocks noGrp="1"/>
          </p:cNvSpPr>
          <p:nvPr>
            <p:ph type="body"/>
          </p:nvPr>
        </p:nvSpPr>
        <p:spPr>
          <a:xfrm>
            <a:off x="4674240" y="1604520"/>
            <a:ext cx="4014720" cy="189576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endParaRPr lang="en-IN"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endParaRPr lang="en-IN"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endParaRPr lang="en-IN"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endParaRPr lang="en-IN"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endParaRPr lang="en-IN"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endParaRPr lang="en-IN"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endParaRPr lang="en-IN" sz="2800" b="0" u="none" strike="noStrike">
              <a:solidFill>
                <a:srgbClr val="000000"/>
              </a:solidFill>
              <a:effectLst/>
              <a:uFillTx/>
              <a:latin typeface="Arial"/>
            </a:endParaRPr>
          </a:p>
        </p:txBody>
      </p:sp>
      <p:sp>
        <p:nvSpPr>
          <p:cNvPr id="141" name="PlaceHolder 4"/>
          <p:cNvSpPr>
            <a:spLocks noGrp="1"/>
          </p:cNvSpPr>
          <p:nvPr>
            <p:ph type="body"/>
          </p:nvPr>
        </p:nvSpPr>
        <p:spPr>
          <a:xfrm>
            <a:off x="457200" y="3682080"/>
            <a:ext cx="8228160" cy="1895760"/>
          </a:xfrm>
          <a:prstGeom prst="rect">
            <a:avLst/>
          </a:prstGeom>
          <a:noFill/>
          <a:ln w="0">
            <a:noFill/>
          </a:ln>
        </p:spPr>
        <p:txBody>
          <a:bodyPr lIns="0" tIns="0" rIns="0" bIns="0" anchor="t">
            <a:normAutofit fontScale="70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endParaRPr lang="en-IN"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endParaRPr lang="en-IN"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endParaRPr lang="en-IN"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endParaRPr lang="en-IN"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endParaRPr lang="en-IN"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endParaRPr lang="en-IN"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endParaRPr lang="en-IN" sz="2800" b="0" u="none" strike="noStrike">
              <a:solidFill>
                <a:srgbClr val="000000"/>
              </a:solidFill>
              <a:effectLst/>
              <a:uFillTx/>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Slide">
    <p:bg>
      <p:bgPr>
        <a:solidFill>
          <a:srgbClr val="FFFFFF"/>
        </a:solidFill>
        <a:effectLst/>
      </p:bgPr>
    </p:bg>
    <p:spTree>
      <p:nvGrpSpPr>
        <p:cNvPr id="1" name=""/>
        <p:cNvGrpSpPr/>
        <p:nvPr/>
      </p:nvGrpSpPr>
      <p:grpSpPr>
        <a:xfrm>
          <a:off x="0" y="0"/>
          <a:ext cx="0" cy="0"/>
          <a:chOff x="0" y="0"/>
          <a:chExt cx="0" cy="0"/>
        </a:xfrm>
      </p:grpSpPr>
      <p:sp>
        <p:nvSpPr>
          <p:cNvPr id="142" name="CustomShape 1"/>
          <p:cNvSpPr/>
          <p:nvPr/>
        </p:nvSpPr>
        <p:spPr>
          <a:xfrm>
            <a:off x="0" y="0"/>
            <a:ext cx="914256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sp>
        <p:nvSpPr>
          <p:cNvPr id="143" name="CustomShape 2"/>
          <p:cNvSpPr/>
          <p:nvPr/>
        </p:nvSpPr>
        <p:spPr>
          <a:xfrm flipV="1">
            <a:off x="0" y="6703920"/>
            <a:ext cx="9142560" cy="19656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144" name="Picture 10" descr="LOGO.gif"/>
          <p:cNvPicPr/>
          <p:nvPr/>
        </p:nvPicPr>
        <p:blipFill>
          <a:blip r:embed="rId2"/>
          <a:srcRect b="10738"/>
          <a:stretch/>
        </p:blipFill>
        <p:spPr>
          <a:xfrm>
            <a:off x="6553080" y="228600"/>
            <a:ext cx="2055960" cy="633600"/>
          </a:xfrm>
          <a:prstGeom prst="rect">
            <a:avLst/>
          </a:prstGeom>
          <a:noFill/>
          <a:ln w="9360">
            <a:noFill/>
          </a:ln>
        </p:spPr>
      </p:pic>
      <p:pic>
        <p:nvPicPr>
          <p:cNvPr id="145" name="Picture 10" descr="LOGO.gif"/>
          <p:cNvPicPr/>
          <p:nvPr/>
        </p:nvPicPr>
        <p:blipFill>
          <a:blip r:embed="rId2"/>
          <a:srcRect b="10738"/>
          <a:stretch/>
        </p:blipFill>
        <p:spPr>
          <a:xfrm>
            <a:off x="6553080" y="228600"/>
            <a:ext cx="2055960" cy="633600"/>
          </a:xfrm>
          <a:prstGeom prst="rect">
            <a:avLst/>
          </a:prstGeom>
          <a:noFill/>
          <a:ln w="9360">
            <a:noFill/>
          </a:ln>
        </p:spPr>
      </p:pic>
      <p:grpSp>
        <p:nvGrpSpPr>
          <p:cNvPr id="146" name="Group 3"/>
          <p:cNvGrpSpPr/>
          <p:nvPr/>
        </p:nvGrpSpPr>
        <p:grpSpPr>
          <a:xfrm>
            <a:off x="6146640" y="0"/>
            <a:ext cx="2995920" cy="874800"/>
            <a:chOff x="6146640" y="0"/>
            <a:chExt cx="2995920" cy="874800"/>
          </a:xfrm>
        </p:grpSpPr>
        <p:sp>
          <p:nvSpPr>
            <p:cNvPr id="147" name="CustomShape 4"/>
            <p:cNvSpPr/>
            <p:nvPr/>
          </p:nvSpPr>
          <p:spPr>
            <a:xfrm>
              <a:off x="6146640" y="0"/>
              <a:ext cx="299592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148" name="Picture 9" descr="LOGO.gif"/>
            <p:cNvPicPr/>
            <p:nvPr/>
          </p:nvPicPr>
          <p:blipFill>
            <a:blip r:embed="rId2"/>
            <a:srcRect b="10738"/>
            <a:stretch/>
          </p:blipFill>
          <p:spPr>
            <a:xfrm>
              <a:off x="6553080" y="228600"/>
              <a:ext cx="2055960" cy="633600"/>
            </a:xfrm>
            <a:prstGeom prst="rect">
              <a:avLst/>
            </a:prstGeom>
            <a:noFill/>
            <a:ln w="9360">
              <a:noFill/>
            </a:ln>
          </p:spPr>
        </p:pic>
        <p:sp>
          <p:nvSpPr>
            <p:cNvPr id="149" name="CustomShape 5"/>
            <p:cNvSpPr/>
            <p:nvPr/>
          </p:nvSpPr>
          <p:spPr>
            <a:xfrm>
              <a:off x="6527880" y="190440"/>
              <a:ext cx="2075040" cy="6843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pPr>
                <a:lnSpc>
                  <a:spcPct val="100000"/>
                </a:lnSpc>
              </a:pPr>
              <a:endParaRPr lang="en-US" sz="1800" b="0" u="none" strike="noStrike">
                <a:solidFill>
                  <a:srgbClr val="000000"/>
                </a:solidFill>
                <a:effectLst/>
                <a:uFillTx/>
                <a:latin typeface="Arial"/>
                <a:ea typeface="DejaVu Sans"/>
              </a:endParaRPr>
            </a:p>
          </p:txBody>
        </p:sp>
      </p:grpSp>
      <p:pic>
        <p:nvPicPr>
          <p:cNvPr id="150" name="Picture 15" descr="logo.jpg"/>
          <p:cNvPicPr/>
          <p:nvPr/>
        </p:nvPicPr>
        <p:blipFill>
          <a:blip r:embed="rId3"/>
          <a:stretch/>
        </p:blipFill>
        <p:spPr>
          <a:xfrm>
            <a:off x="6553080" y="228600"/>
            <a:ext cx="1919520" cy="608040"/>
          </a:xfrm>
          <a:prstGeom prst="rect">
            <a:avLst/>
          </a:prstGeom>
          <a:noFill/>
          <a:ln w="9360">
            <a:noFill/>
          </a:ln>
        </p:spPr>
      </p:pic>
      <p:pic>
        <p:nvPicPr>
          <p:cNvPr id="151" name="Picture 10" descr="LOGO.gif"/>
          <p:cNvPicPr/>
          <p:nvPr/>
        </p:nvPicPr>
        <p:blipFill>
          <a:blip r:embed="rId2"/>
          <a:srcRect b="10738"/>
          <a:stretch/>
        </p:blipFill>
        <p:spPr>
          <a:xfrm>
            <a:off x="6553080" y="228600"/>
            <a:ext cx="2055960" cy="633600"/>
          </a:xfrm>
          <a:prstGeom prst="rect">
            <a:avLst/>
          </a:prstGeom>
          <a:noFill/>
          <a:ln w="9360">
            <a:noFill/>
          </a:ln>
        </p:spPr>
      </p:pic>
      <p:grpSp>
        <p:nvGrpSpPr>
          <p:cNvPr id="152" name="Group 6"/>
          <p:cNvGrpSpPr/>
          <p:nvPr/>
        </p:nvGrpSpPr>
        <p:grpSpPr>
          <a:xfrm>
            <a:off x="6146640" y="0"/>
            <a:ext cx="2995920" cy="874800"/>
            <a:chOff x="6146640" y="0"/>
            <a:chExt cx="2995920" cy="874800"/>
          </a:xfrm>
        </p:grpSpPr>
        <p:sp>
          <p:nvSpPr>
            <p:cNvPr id="153" name="CustomShape 7"/>
            <p:cNvSpPr/>
            <p:nvPr/>
          </p:nvSpPr>
          <p:spPr>
            <a:xfrm>
              <a:off x="6146640" y="0"/>
              <a:ext cx="299592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154" name="Picture 9" descr="LOGO.gif"/>
            <p:cNvPicPr/>
            <p:nvPr/>
          </p:nvPicPr>
          <p:blipFill>
            <a:blip r:embed="rId2"/>
            <a:srcRect b="10738"/>
            <a:stretch/>
          </p:blipFill>
          <p:spPr>
            <a:xfrm>
              <a:off x="6553080" y="228600"/>
              <a:ext cx="2055960" cy="633600"/>
            </a:xfrm>
            <a:prstGeom prst="rect">
              <a:avLst/>
            </a:prstGeom>
            <a:noFill/>
            <a:ln w="9360">
              <a:noFill/>
            </a:ln>
          </p:spPr>
        </p:pic>
        <p:sp>
          <p:nvSpPr>
            <p:cNvPr id="155" name="CustomShape 8"/>
            <p:cNvSpPr/>
            <p:nvPr/>
          </p:nvSpPr>
          <p:spPr>
            <a:xfrm>
              <a:off x="6527880" y="190440"/>
              <a:ext cx="2075040" cy="6843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pPr>
                <a:lnSpc>
                  <a:spcPct val="100000"/>
                </a:lnSpc>
              </a:pPr>
              <a:endParaRPr lang="en-US" sz="1800" b="0" u="none" strike="noStrike">
                <a:solidFill>
                  <a:srgbClr val="000000"/>
                </a:solidFill>
                <a:effectLst/>
                <a:uFillTx/>
                <a:latin typeface="Arial"/>
                <a:ea typeface="DejaVu Sans"/>
              </a:endParaRPr>
            </a:p>
          </p:txBody>
        </p:sp>
      </p:grpSp>
      <p:pic>
        <p:nvPicPr>
          <p:cNvPr id="156" name="Picture 15" descr="logo.jpg"/>
          <p:cNvPicPr/>
          <p:nvPr/>
        </p:nvPicPr>
        <p:blipFill>
          <a:blip r:embed="rId3"/>
          <a:stretch/>
        </p:blipFill>
        <p:spPr>
          <a:xfrm>
            <a:off x="6553080" y="228600"/>
            <a:ext cx="1919520" cy="608040"/>
          </a:xfrm>
          <a:prstGeom prst="rect">
            <a:avLst/>
          </a:prstGeom>
          <a:noFill/>
          <a:ln w="9360">
            <a:noFill/>
          </a:ln>
        </p:spPr>
      </p:pic>
      <p:sp>
        <p:nvSpPr>
          <p:cNvPr id="157" name="PlaceHolder 1"/>
          <p:cNvSpPr>
            <a:spLocks noGrp="1"/>
          </p:cNvSpPr>
          <p:nvPr>
            <p:ph type="title"/>
          </p:nvPr>
        </p:nvSpPr>
        <p:spPr>
          <a:xfrm>
            <a:off x="457200" y="273600"/>
            <a:ext cx="8228520" cy="1144080"/>
          </a:xfrm>
          <a:prstGeom prst="rect">
            <a:avLst/>
          </a:prstGeom>
          <a:noFill/>
          <a:ln w="0">
            <a:noFill/>
          </a:ln>
        </p:spPr>
        <p:txBody>
          <a:bodyPr lIns="0" tIns="0" rIns="0" bIns="0" anchor="ctr">
            <a:noAutofit/>
          </a:bodyPr>
          <a:lstStyle/>
          <a:p>
            <a:pPr indent="0">
              <a:lnSpc>
                <a:spcPct val="100000"/>
              </a:lnSpc>
              <a:buNone/>
              <a:tabLst>
                <a:tab pos="0" algn="l"/>
              </a:tabLst>
            </a:pPr>
            <a:r>
              <a:rPr lang="en-US" sz="1800" b="0" u="none" strike="noStrike">
                <a:solidFill>
                  <a:schemeClr val="dk1"/>
                </a:solidFill>
                <a:effectLst/>
                <a:uFillTx/>
                <a:latin typeface="Arial"/>
              </a:rPr>
              <a:t>Click to edit the title text format</a:t>
            </a:r>
            <a:endParaRPr lang="en-IN" sz="1800" b="0" u="none" strike="noStrike">
              <a:solidFill>
                <a:srgbClr val="000000"/>
              </a:solidFill>
              <a:effectLst/>
              <a:uFillTx/>
              <a:latin typeface="Arial"/>
            </a:endParaRPr>
          </a:p>
        </p:txBody>
      </p:sp>
      <p:sp>
        <p:nvSpPr>
          <p:cNvPr id="158" name="PlaceHolder 2"/>
          <p:cNvSpPr>
            <a:spLocks noGrp="1"/>
          </p:cNvSpPr>
          <p:nvPr>
            <p:ph type="body"/>
          </p:nvPr>
        </p:nvSpPr>
        <p:spPr>
          <a:xfrm>
            <a:off x="457200" y="1604520"/>
            <a:ext cx="8228520" cy="397656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endParaRPr lang="en-IN"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000" b="0" u="none" strike="noStrike">
                <a:solidFill>
                  <a:schemeClr val="dk1"/>
                </a:solidFill>
                <a:effectLst/>
                <a:uFillTx/>
                <a:latin typeface="Arial"/>
              </a:rPr>
              <a:t>Second Outline Level</a:t>
            </a:r>
            <a:endParaRPr lang="en-IN" sz="20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Arial"/>
              </a:rPr>
              <a:t>Third Outline Level</a:t>
            </a:r>
            <a:endParaRPr lang="en-IN" sz="1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1800" b="0" u="none" strike="noStrike">
                <a:solidFill>
                  <a:schemeClr val="dk1"/>
                </a:solidFill>
                <a:effectLst/>
                <a:uFillTx/>
                <a:latin typeface="Arial"/>
              </a:rPr>
              <a:t>Fourth Outline Level</a:t>
            </a:r>
            <a:endParaRPr lang="en-IN" sz="1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rial"/>
              </a:rPr>
              <a:t>Fifth Outline Level</a:t>
            </a:r>
            <a:endParaRPr lang="en-IN" sz="20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rial"/>
              </a:rPr>
              <a:t>Sixth Outline Level</a:t>
            </a:r>
            <a:endParaRPr lang="en-IN" sz="20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rial"/>
              </a:rPr>
              <a:t>Seventh Outline Level</a:t>
            </a:r>
            <a:endParaRPr lang="en-IN" sz="2000" b="0" u="none" strike="noStrike">
              <a:solidFill>
                <a:srgbClr val="000000"/>
              </a:solidFill>
              <a:effectLst/>
              <a:uFillTx/>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bg>
      <p:bgPr>
        <a:solidFill>
          <a:srgbClr val="FFFFFF"/>
        </a:solidFill>
        <a:effectLst/>
      </p:bgPr>
    </p:bg>
    <p:spTree>
      <p:nvGrpSpPr>
        <p:cNvPr id="1" name=""/>
        <p:cNvGrpSpPr/>
        <p:nvPr/>
      </p:nvGrpSpPr>
      <p:grpSpPr>
        <a:xfrm>
          <a:off x="0" y="0"/>
          <a:ext cx="0" cy="0"/>
          <a:chOff x="0" y="0"/>
          <a:chExt cx="0" cy="0"/>
        </a:xfrm>
      </p:grpSpPr>
      <p:sp>
        <p:nvSpPr>
          <p:cNvPr id="159" name="CustomShape 1"/>
          <p:cNvSpPr/>
          <p:nvPr/>
        </p:nvSpPr>
        <p:spPr>
          <a:xfrm>
            <a:off x="0" y="0"/>
            <a:ext cx="914256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sp>
        <p:nvSpPr>
          <p:cNvPr id="160" name="CustomShape 2"/>
          <p:cNvSpPr/>
          <p:nvPr/>
        </p:nvSpPr>
        <p:spPr>
          <a:xfrm flipV="1">
            <a:off x="0" y="6703920"/>
            <a:ext cx="9142560" cy="19656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161" name="Picture 10" descr="LOGO.gif"/>
          <p:cNvPicPr/>
          <p:nvPr/>
        </p:nvPicPr>
        <p:blipFill>
          <a:blip r:embed="rId2"/>
          <a:srcRect b="10738"/>
          <a:stretch/>
        </p:blipFill>
        <p:spPr>
          <a:xfrm>
            <a:off x="6553080" y="228600"/>
            <a:ext cx="2055960" cy="633600"/>
          </a:xfrm>
          <a:prstGeom prst="rect">
            <a:avLst/>
          </a:prstGeom>
          <a:noFill/>
          <a:ln w="9360">
            <a:noFill/>
          </a:ln>
        </p:spPr>
      </p:pic>
      <p:pic>
        <p:nvPicPr>
          <p:cNvPr id="162" name="Picture 10" descr="LOGO.gif"/>
          <p:cNvPicPr/>
          <p:nvPr/>
        </p:nvPicPr>
        <p:blipFill>
          <a:blip r:embed="rId2"/>
          <a:srcRect b="10738"/>
          <a:stretch/>
        </p:blipFill>
        <p:spPr>
          <a:xfrm>
            <a:off x="6553080" y="228600"/>
            <a:ext cx="2055960" cy="633600"/>
          </a:xfrm>
          <a:prstGeom prst="rect">
            <a:avLst/>
          </a:prstGeom>
          <a:noFill/>
          <a:ln w="9360">
            <a:noFill/>
          </a:ln>
        </p:spPr>
      </p:pic>
      <p:grpSp>
        <p:nvGrpSpPr>
          <p:cNvPr id="163" name="Group 3"/>
          <p:cNvGrpSpPr/>
          <p:nvPr/>
        </p:nvGrpSpPr>
        <p:grpSpPr>
          <a:xfrm>
            <a:off x="6146640" y="0"/>
            <a:ext cx="2995920" cy="874800"/>
            <a:chOff x="6146640" y="0"/>
            <a:chExt cx="2995920" cy="874800"/>
          </a:xfrm>
        </p:grpSpPr>
        <p:sp>
          <p:nvSpPr>
            <p:cNvPr id="164" name="CustomShape 4"/>
            <p:cNvSpPr/>
            <p:nvPr/>
          </p:nvSpPr>
          <p:spPr>
            <a:xfrm>
              <a:off x="6146640" y="0"/>
              <a:ext cx="299592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165" name="Picture 9" descr="LOGO.gif"/>
            <p:cNvPicPr/>
            <p:nvPr/>
          </p:nvPicPr>
          <p:blipFill>
            <a:blip r:embed="rId2"/>
            <a:srcRect b="10738"/>
            <a:stretch/>
          </p:blipFill>
          <p:spPr>
            <a:xfrm>
              <a:off x="6553080" y="228600"/>
              <a:ext cx="2055960" cy="633600"/>
            </a:xfrm>
            <a:prstGeom prst="rect">
              <a:avLst/>
            </a:prstGeom>
            <a:noFill/>
            <a:ln w="9360">
              <a:noFill/>
            </a:ln>
          </p:spPr>
        </p:pic>
        <p:sp>
          <p:nvSpPr>
            <p:cNvPr id="166" name="CustomShape 5"/>
            <p:cNvSpPr/>
            <p:nvPr/>
          </p:nvSpPr>
          <p:spPr>
            <a:xfrm>
              <a:off x="6527880" y="190440"/>
              <a:ext cx="2075040" cy="6843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pPr>
                <a:lnSpc>
                  <a:spcPct val="100000"/>
                </a:lnSpc>
              </a:pPr>
              <a:endParaRPr lang="en-US" sz="1800" b="0" u="none" strike="noStrike">
                <a:solidFill>
                  <a:srgbClr val="000000"/>
                </a:solidFill>
                <a:effectLst/>
                <a:uFillTx/>
                <a:latin typeface="Arial"/>
                <a:ea typeface="DejaVu Sans"/>
              </a:endParaRPr>
            </a:p>
          </p:txBody>
        </p:sp>
      </p:grpSp>
      <p:pic>
        <p:nvPicPr>
          <p:cNvPr id="167" name="Picture 15" descr="logo.jpg"/>
          <p:cNvPicPr/>
          <p:nvPr/>
        </p:nvPicPr>
        <p:blipFill>
          <a:blip r:embed="rId3"/>
          <a:stretch/>
        </p:blipFill>
        <p:spPr>
          <a:xfrm>
            <a:off x="6553080" y="228600"/>
            <a:ext cx="1919520" cy="608040"/>
          </a:xfrm>
          <a:prstGeom prst="rect">
            <a:avLst/>
          </a:prstGeom>
          <a:noFill/>
          <a:ln w="9360">
            <a:noFill/>
          </a:ln>
        </p:spPr>
      </p:pic>
      <p:pic>
        <p:nvPicPr>
          <p:cNvPr id="168" name="Picture 10" descr="LOGO.gif"/>
          <p:cNvPicPr/>
          <p:nvPr/>
        </p:nvPicPr>
        <p:blipFill>
          <a:blip r:embed="rId2"/>
          <a:srcRect b="10738"/>
          <a:stretch/>
        </p:blipFill>
        <p:spPr>
          <a:xfrm>
            <a:off x="6553080" y="228600"/>
            <a:ext cx="2055960" cy="633600"/>
          </a:xfrm>
          <a:prstGeom prst="rect">
            <a:avLst/>
          </a:prstGeom>
          <a:noFill/>
          <a:ln w="9360">
            <a:noFill/>
          </a:ln>
        </p:spPr>
      </p:pic>
      <p:grpSp>
        <p:nvGrpSpPr>
          <p:cNvPr id="169" name="Group 6"/>
          <p:cNvGrpSpPr/>
          <p:nvPr/>
        </p:nvGrpSpPr>
        <p:grpSpPr>
          <a:xfrm>
            <a:off x="6146640" y="0"/>
            <a:ext cx="2995920" cy="874800"/>
            <a:chOff x="6146640" y="0"/>
            <a:chExt cx="2995920" cy="874800"/>
          </a:xfrm>
        </p:grpSpPr>
        <p:sp>
          <p:nvSpPr>
            <p:cNvPr id="170" name="CustomShape 7"/>
            <p:cNvSpPr/>
            <p:nvPr/>
          </p:nvSpPr>
          <p:spPr>
            <a:xfrm>
              <a:off x="6146640" y="0"/>
              <a:ext cx="299592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171" name="Picture 9" descr="LOGO.gif"/>
            <p:cNvPicPr/>
            <p:nvPr/>
          </p:nvPicPr>
          <p:blipFill>
            <a:blip r:embed="rId2"/>
            <a:srcRect b="10738"/>
            <a:stretch/>
          </p:blipFill>
          <p:spPr>
            <a:xfrm>
              <a:off x="6553080" y="228600"/>
              <a:ext cx="2055960" cy="633600"/>
            </a:xfrm>
            <a:prstGeom prst="rect">
              <a:avLst/>
            </a:prstGeom>
            <a:noFill/>
            <a:ln w="9360">
              <a:noFill/>
            </a:ln>
          </p:spPr>
        </p:pic>
        <p:sp>
          <p:nvSpPr>
            <p:cNvPr id="172" name="CustomShape 8"/>
            <p:cNvSpPr/>
            <p:nvPr/>
          </p:nvSpPr>
          <p:spPr>
            <a:xfrm>
              <a:off x="6527880" y="190440"/>
              <a:ext cx="2075040" cy="6843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pPr>
                <a:lnSpc>
                  <a:spcPct val="100000"/>
                </a:lnSpc>
              </a:pPr>
              <a:endParaRPr lang="en-US" sz="1800" b="0" u="none" strike="noStrike">
                <a:solidFill>
                  <a:srgbClr val="000000"/>
                </a:solidFill>
                <a:effectLst/>
                <a:uFillTx/>
                <a:latin typeface="Arial"/>
                <a:ea typeface="DejaVu Sans"/>
              </a:endParaRPr>
            </a:p>
          </p:txBody>
        </p:sp>
      </p:grpSp>
      <p:pic>
        <p:nvPicPr>
          <p:cNvPr id="173" name="Picture 15" descr="logo.jpg"/>
          <p:cNvPicPr/>
          <p:nvPr/>
        </p:nvPicPr>
        <p:blipFill>
          <a:blip r:embed="rId3"/>
          <a:stretch/>
        </p:blipFill>
        <p:spPr>
          <a:xfrm>
            <a:off x="6553080" y="228600"/>
            <a:ext cx="1919520" cy="608040"/>
          </a:xfrm>
          <a:prstGeom prst="rect">
            <a:avLst/>
          </a:prstGeom>
          <a:noFill/>
          <a:ln w="9360">
            <a:noFill/>
          </a:ln>
        </p:spPr>
      </p:pic>
      <p:sp>
        <p:nvSpPr>
          <p:cNvPr id="174" name="PlaceHolder 1"/>
          <p:cNvSpPr>
            <a:spLocks noGrp="1"/>
          </p:cNvSpPr>
          <p:nvPr>
            <p:ph type="title"/>
          </p:nvPr>
        </p:nvSpPr>
        <p:spPr>
          <a:xfrm>
            <a:off x="0" y="0"/>
            <a:ext cx="5484960" cy="912960"/>
          </a:xfrm>
          <a:prstGeom prst="rect">
            <a:avLst/>
          </a:prstGeom>
          <a:noFill/>
          <a:ln w="0">
            <a:noFill/>
          </a:ln>
        </p:spPr>
        <p:txBody>
          <a:bodyPr lIns="0" tIns="0" rIns="0" bIns="0" anchor="ctr">
            <a:noAutofit/>
          </a:bodyPr>
          <a:lstStyle/>
          <a:p>
            <a:pPr indent="0">
              <a:lnSpc>
                <a:spcPct val="100000"/>
              </a:lnSpc>
              <a:buNone/>
              <a:tabLst>
                <a:tab pos="0" algn="l"/>
              </a:tabLst>
            </a:pPr>
            <a:r>
              <a:rPr lang="en-US" sz="4400" b="0" u="none" strike="noStrike">
                <a:solidFill>
                  <a:schemeClr val="dk1"/>
                </a:solidFill>
                <a:effectLst/>
                <a:uFillTx/>
                <a:latin typeface="Arial"/>
              </a:rPr>
              <a:t>Click to edit the title text format</a:t>
            </a:r>
            <a:endParaRPr lang="en-IN" sz="4400" b="0" u="none" strike="noStrike">
              <a:solidFill>
                <a:srgbClr val="000000"/>
              </a:solidFill>
              <a:effectLst/>
              <a:uFillTx/>
              <a:latin typeface="Arial"/>
            </a:endParaRPr>
          </a:p>
        </p:txBody>
      </p:sp>
      <p:sp>
        <p:nvSpPr>
          <p:cNvPr id="175" name="PlaceHolder 2"/>
          <p:cNvSpPr>
            <a:spLocks noGrp="1"/>
          </p:cNvSpPr>
          <p:nvPr>
            <p:ph type="body"/>
          </p:nvPr>
        </p:nvSpPr>
        <p:spPr>
          <a:xfrm>
            <a:off x="457200" y="1604520"/>
            <a:ext cx="8228160" cy="1895760"/>
          </a:xfrm>
          <a:prstGeom prst="rect">
            <a:avLst/>
          </a:prstGeom>
          <a:noFill/>
          <a:ln w="0">
            <a:noFill/>
          </a:ln>
        </p:spPr>
        <p:txBody>
          <a:bodyPr lIns="0" tIns="0" rIns="0" bIns="0" anchor="t">
            <a:normAutofit fontScale="70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endParaRPr lang="en-IN"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endParaRPr lang="en-IN"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endParaRPr lang="en-IN"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endParaRPr lang="en-IN"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endParaRPr lang="en-IN"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endParaRPr lang="en-IN"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endParaRPr lang="en-IN" sz="2800" b="0" u="none" strike="noStrike">
              <a:solidFill>
                <a:srgbClr val="000000"/>
              </a:solidFill>
              <a:effectLst/>
              <a:uFillTx/>
              <a:latin typeface="Arial"/>
            </a:endParaRPr>
          </a:p>
        </p:txBody>
      </p:sp>
      <p:sp>
        <p:nvSpPr>
          <p:cNvPr id="176" name="PlaceHolder 3"/>
          <p:cNvSpPr>
            <a:spLocks noGrp="1"/>
          </p:cNvSpPr>
          <p:nvPr>
            <p:ph type="body"/>
          </p:nvPr>
        </p:nvSpPr>
        <p:spPr>
          <a:xfrm>
            <a:off x="457200" y="3682080"/>
            <a:ext cx="8228160" cy="1895760"/>
          </a:xfrm>
          <a:prstGeom prst="rect">
            <a:avLst/>
          </a:prstGeom>
          <a:noFill/>
          <a:ln w="0">
            <a:noFill/>
          </a:ln>
        </p:spPr>
        <p:txBody>
          <a:bodyPr lIns="0" tIns="0" rIns="0" bIns="0" anchor="t">
            <a:normAutofit fontScale="70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endParaRPr lang="en-IN"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endParaRPr lang="en-IN"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endParaRPr lang="en-IN"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endParaRPr lang="en-IN"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endParaRPr lang="en-IN"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endParaRPr lang="en-IN"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endParaRPr lang="en-IN" sz="2800" b="0" u="none" strike="noStrike">
              <a:solidFill>
                <a:srgbClr val="000000"/>
              </a:solidFill>
              <a:effectLst/>
              <a:uFillTx/>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bg>
      <p:bgPr>
        <a:solidFill>
          <a:srgbClr val="FFFFFF"/>
        </a:solidFill>
        <a:effectLst/>
      </p:bgPr>
    </p:bg>
    <p:spTree>
      <p:nvGrpSpPr>
        <p:cNvPr id="1" name=""/>
        <p:cNvGrpSpPr/>
        <p:nvPr/>
      </p:nvGrpSpPr>
      <p:grpSpPr>
        <a:xfrm>
          <a:off x="0" y="0"/>
          <a:ext cx="0" cy="0"/>
          <a:chOff x="0" y="0"/>
          <a:chExt cx="0" cy="0"/>
        </a:xfrm>
      </p:grpSpPr>
      <p:sp>
        <p:nvSpPr>
          <p:cNvPr id="177" name="CustomShape 1"/>
          <p:cNvSpPr/>
          <p:nvPr/>
        </p:nvSpPr>
        <p:spPr>
          <a:xfrm>
            <a:off x="0" y="0"/>
            <a:ext cx="914256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sp>
        <p:nvSpPr>
          <p:cNvPr id="178" name="CustomShape 2"/>
          <p:cNvSpPr/>
          <p:nvPr/>
        </p:nvSpPr>
        <p:spPr>
          <a:xfrm flipV="1">
            <a:off x="0" y="6703920"/>
            <a:ext cx="9142560" cy="19656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179" name="Picture 10" descr="LOGO.gif"/>
          <p:cNvPicPr/>
          <p:nvPr/>
        </p:nvPicPr>
        <p:blipFill>
          <a:blip r:embed="rId2"/>
          <a:srcRect b="10738"/>
          <a:stretch/>
        </p:blipFill>
        <p:spPr>
          <a:xfrm>
            <a:off x="6553080" y="228600"/>
            <a:ext cx="2055960" cy="633600"/>
          </a:xfrm>
          <a:prstGeom prst="rect">
            <a:avLst/>
          </a:prstGeom>
          <a:noFill/>
          <a:ln w="9360">
            <a:noFill/>
          </a:ln>
        </p:spPr>
      </p:pic>
      <p:pic>
        <p:nvPicPr>
          <p:cNvPr id="180" name="Picture 10" descr="LOGO.gif"/>
          <p:cNvPicPr/>
          <p:nvPr/>
        </p:nvPicPr>
        <p:blipFill>
          <a:blip r:embed="rId2"/>
          <a:srcRect b="10738"/>
          <a:stretch/>
        </p:blipFill>
        <p:spPr>
          <a:xfrm>
            <a:off x="6553080" y="228600"/>
            <a:ext cx="2055960" cy="633600"/>
          </a:xfrm>
          <a:prstGeom prst="rect">
            <a:avLst/>
          </a:prstGeom>
          <a:noFill/>
          <a:ln w="9360">
            <a:noFill/>
          </a:ln>
        </p:spPr>
      </p:pic>
      <p:grpSp>
        <p:nvGrpSpPr>
          <p:cNvPr id="181" name="Group 3"/>
          <p:cNvGrpSpPr/>
          <p:nvPr/>
        </p:nvGrpSpPr>
        <p:grpSpPr>
          <a:xfrm>
            <a:off x="6146640" y="0"/>
            <a:ext cx="2995920" cy="874800"/>
            <a:chOff x="6146640" y="0"/>
            <a:chExt cx="2995920" cy="874800"/>
          </a:xfrm>
        </p:grpSpPr>
        <p:sp>
          <p:nvSpPr>
            <p:cNvPr id="182" name="CustomShape 4"/>
            <p:cNvSpPr/>
            <p:nvPr/>
          </p:nvSpPr>
          <p:spPr>
            <a:xfrm>
              <a:off x="6146640" y="0"/>
              <a:ext cx="299592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183" name="Picture 9" descr="LOGO.gif"/>
            <p:cNvPicPr/>
            <p:nvPr/>
          </p:nvPicPr>
          <p:blipFill>
            <a:blip r:embed="rId2"/>
            <a:srcRect b="10738"/>
            <a:stretch/>
          </p:blipFill>
          <p:spPr>
            <a:xfrm>
              <a:off x="6553080" y="228600"/>
              <a:ext cx="2055960" cy="633600"/>
            </a:xfrm>
            <a:prstGeom prst="rect">
              <a:avLst/>
            </a:prstGeom>
            <a:noFill/>
            <a:ln w="9360">
              <a:noFill/>
            </a:ln>
          </p:spPr>
        </p:pic>
        <p:sp>
          <p:nvSpPr>
            <p:cNvPr id="184" name="CustomShape 5"/>
            <p:cNvSpPr/>
            <p:nvPr/>
          </p:nvSpPr>
          <p:spPr>
            <a:xfrm>
              <a:off x="6527880" y="190440"/>
              <a:ext cx="2075040" cy="6843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pPr>
                <a:lnSpc>
                  <a:spcPct val="100000"/>
                </a:lnSpc>
              </a:pPr>
              <a:endParaRPr lang="en-US" sz="1800" b="0" u="none" strike="noStrike">
                <a:solidFill>
                  <a:srgbClr val="000000"/>
                </a:solidFill>
                <a:effectLst/>
                <a:uFillTx/>
                <a:latin typeface="Arial"/>
                <a:ea typeface="DejaVu Sans"/>
              </a:endParaRPr>
            </a:p>
          </p:txBody>
        </p:sp>
      </p:grpSp>
      <p:pic>
        <p:nvPicPr>
          <p:cNvPr id="185" name="Picture 15" descr="logo.jpg"/>
          <p:cNvPicPr/>
          <p:nvPr/>
        </p:nvPicPr>
        <p:blipFill>
          <a:blip r:embed="rId3"/>
          <a:stretch/>
        </p:blipFill>
        <p:spPr>
          <a:xfrm>
            <a:off x="6553080" y="228600"/>
            <a:ext cx="1919520" cy="608040"/>
          </a:xfrm>
          <a:prstGeom prst="rect">
            <a:avLst/>
          </a:prstGeom>
          <a:noFill/>
          <a:ln w="9360">
            <a:noFill/>
          </a:ln>
        </p:spPr>
      </p:pic>
      <p:pic>
        <p:nvPicPr>
          <p:cNvPr id="186" name="Picture 10" descr="LOGO.gif"/>
          <p:cNvPicPr/>
          <p:nvPr/>
        </p:nvPicPr>
        <p:blipFill>
          <a:blip r:embed="rId2"/>
          <a:srcRect b="10738"/>
          <a:stretch/>
        </p:blipFill>
        <p:spPr>
          <a:xfrm>
            <a:off x="6553080" y="228600"/>
            <a:ext cx="2055960" cy="633600"/>
          </a:xfrm>
          <a:prstGeom prst="rect">
            <a:avLst/>
          </a:prstGeom>
          <a:noFill/>
          <a:ln w="9360">
            <a:noFill/>
          </a:ln>
        </p:spPr>
      </p:pic>
      <p:grpSp>
        <p:nvGrpSpPr>
          <p:cNvPr id="187" name="Group 6"/>
          <p:cNvGrpSpPr/>
          <p:nvPr/>
        </p:nvGrpSpPr>
        <p:grpSpPr>
          <a:xfrm>
            <a:off x="6146640" y="0"/>
            <a:ext cx="2995920" cy="874800"/>
            <a:chOff x="6146640" y="0"/>
            <a:chExt cx="2995920" cy="874800"/>
          </a:xfrm>
        </p:grpSpPr>
        <p:sp>
          <p:nvSpPr>
            <p:cNvPr id="188" name="CustomShape 7"/>
            <p:cNvSpPr/>
            <p:nvPr/>
          </p:nvSpPr>
          <p:spPr>
            <a:xfrm>
              <a:off x="6146640" y="0"/>
              <a:ext cx="299592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189" name="Picture 9" descr="LOGO.gif"/>
            <p:cNvPicPr/>
            <p:nvPr/>
          </p:nvPicPr>
          <p:blipFill>
            <a:blip r:embed="rId2"/>
            <a:srcRect b="10738"/>
            <a:stretch/>
          </p:blipFill>
          <p:spPr>
            <a:xfrm>
              <a:off x="6553080" y="228600"/>
              <a:ext cx="2055960" cy="633600"/>
            </a:xfrm>
            <a:prstGeom prst="rect">
              <a:avLst/>
            </a:prstGeom>
            <a:noFill/>
            <a:ln w="9360">
              <a:noFill/>
            </a:ln>
          </p:spPr>
        </p:pic>
        <p:sp>
          <p:nvSpPr>
            <p:cNvPr id="190" name="CustomShape 8"/>
            <p:cNvSpPr/>
            <p:nvPr/>
          </p:nvSpPr>
          <p:spPr>
            <a:xfrm>
              <a:off x="6527880" y="190440"/>
              <a:ext cx="2075040" cy="6843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pPr>
                <a:lnSpc>
                  <a:spcPct val="100000"/>
                </a:lnSpc>
              </a:pPr>
              <a:endParaRPr lang="en-US" sz="1800" b="0" u="none" strike="noStrike">
                <a:solidFill>
                  <a:srgbClr val="000000"/>
                </a:solidFill>
                <a:effectLst/>
                <a:uFillTx/>
                <a:latin typeface="Arial"/>
                <a:ea typeface="DejaVu Sans"/>
              </a:endParaRPr>
            </a:p>
          </p:txBody>
        </p:sp>
      </p:grpSp>
      <p:pic>
        <p:nvPicPr>
          <p:cNvPr id="191" name="Picture 15" descr="logo.jpg"/>
          <p:cNvPicPr/>
          <p:nvPr/>
        </p:nvPicPr>
        <p:blipFill>
          <a:blip r:embed="rId3"/>
          <a:stretch/>
        </p:blipFill>
        <p:spPr>
          <a:xfrm>
            <a:off x="6553080" y="228600"/>
            <a:ext cx="1919520" cy="608040"/>
          </a:xfrm>
          <a:prstGeom prst="rect">
            <a:avLst/>
          </a:prstGeom>
          <a:noFill/>
          <a:ln w="9360">
            <a:noFill/>
          </a:ln>
        </p:spPr>
      </p:pic>
      <p:sp>
        <p:nvSpPr>
          <p:cNvPr id="192" name="PlaceHolder 1"/>
          <p:cNvSpPr>
            <a:spLocks noGrp="1"/>
          </p:cNvSpPr>
          <p:nvPr>
            <p:ph type="title"/>
          </p:nvPr>
        </p:nvSpPr>
        <p:spPr>
          <a:xfrm>
            <a:off x="0" y="0"/>
            <a:ext cx="5484960" cy="912960"/>
          </a:xfrm>
          <a:prstGeom prst="rect">
            <a:avLst/>
          </a:prstGeom>
          <a:noFill/>
          <a:ln w="0">
            <a:noFill/>
          </a:ln>
        </p:spPr>
        <p:txBody>
          <a:bodyPr lIns="0" tIns="0" rIns="0" bIns="0" anchor="ctr">
            <a:noAutofit/>
          </a:bodyPr>
          <a:lstStyle/>
          <a:p>
            <a:pPr indent="0">
              <a:lnSpc>
                <a:spcPct val="100000"/>
              </a:lnSpc>
              <a:buNone/>
              <a:tabLst>
                <a:tab pos="0" algn="l"/>
              </a:tabLst>
            </a:pPr>
            <a:r>
              <a:rPr lang="en-US" sz="4400" b="0" u="none" strike="noStrike">
                <a:solidFill>
                  <a:schemeClr val="dk1"/>
                </a:solidFill>
                <a:effectLst/>
                <a:uFillTx/>
                <a:latin typeface="Arial"/>
              </a:rPr>
              <a:t>Click to edit the title text format</a:t>
            </a:r>
            <a:endParaRPr lang="en-IN" sz="4400" b="0" u="none" strike="noStrike">
              <a:solidFill>
                <a:srgbClr val="000000"/>
              </a:solidFill>
              <a:effectLst/>
              <a:uFillTx/>
              <a:latin typeface="Arial"/>
            </a:endParaRPr>
          </a:p>
        </p:txBody>
      </p:sp>
      <p:sp>
        <p:nvSpPr>
          <p:cNvPr id="193" name="PlaceHolder 2"/>
          <p:cNvSpPr>
            <a:spLocks noGrp="1"/>
          </p:cNvSpPr>
          <p:nvPr>
            <p:ph type="body"/>
          </p:nvPr>
        </p:nvSpPr>
        <p:spPr>
          <a:xfrm>
            <a:off x="457200" y="1604520"/>
            <a:ext cx="4014720" cy="189576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endParaRPr lang="en-IN"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endParaRPr lang="en-IN"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endParaRPr lang="en-IN"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endParaRPr lang="en-IN"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endParaRPr lang="en-IN"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endParaRPr lang="en-IN"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endParaRPr lang="en-IN" sz="2800" b="0" u="none" strike="noStrike">
              <a:solidFill>
                <a:srgbClr val="000000"/>
              </a:solidFill>
              <a:effectLst/>
              <a:uFillTx/>
              <a:latin typeface="Arial"/>
            </a:endParaRPr>
          </a:p>
        </p:txBody>
      </p:sp>
      <p:sp>
        <p:nvSpPr>
          <p:cNvPr id="194" name="PlaceHolder 3"/>
          <p:cNvSpPr>
            <a:spLocks noGrp="1"/>
          </p:cNvSpPr>
          <p:nvPr>
            <p:ph type="body"/>
          </p:nvPr>
        </p:nvSpPr>
        <p:spPr>
          <a:xfrm>
            <a:off x="4674240" y="1604520"/>
            <a:ext cx="4014720" cy="189576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endParaRPr lang="en-IN"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endParaRPr lang="en-IN"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endParaRPr lang="en-IN"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endParaRPr lang="en-IN"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endParaRPr lang="en-IN"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endParaRPr lang="en-IN"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endParaRPr lang="en-IN" sz="2800" b="0" u="none" strike="noStrike">
              <a:solidFill>
                <a:srgbClr val="000000"/>
              </a:solidFill>
              <a:effectLst/>
              <a:uFillTx/>
              <a:latin typeface="Arial"/>
            </a:endParaRPr>
          </a:p>
        </p:txBody>
      </p:sp>
      <p:sp>
        <p:nvSpPr>
          <p:cNvPr id="195" name="PlaceHolder 4"/>
          <p:cNvSpPr>
            <a:spLocks noGrp="1"/>
          </p:cNvSpPr>
          <p:nvPr>
            <p:ph type="body"/>
          </p:nvPr>
        </p:nvSpPr>
        <p:spPr>
          <a:xfrm>
            <a:off x="457200" y="3682080"/>
            <a:ext cx="4014720" cy="189576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endParaRPr lang="en-IN"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endParaRPr lang="en-IN"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endParaRPr lang="en-IN"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endParaRPr lang="en-IN"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endParaRPr lang="en-IN"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endParaRPr lang="en-IN"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endParaRPr lang="en-IN" sz="2800" b="0" u="none" strike="noStrike">
              <a:solidFill>
                <a:srgbClr val="000000"/>
              </a:solidFill>
              <a:effectLst/>
              <a:uFillTx/>
              <a:latin typeface="Arial"/>
            </a:endParaRPr>
          </a:p>
        </p:txBody>
      </p:sp>
      <p:sp>
        <p:nvSpPr>
          <p:cNvPr id="196" name="PlaceHolder 5"/>
          <p:cNvSpPr>
            <a:spLocks noGrp="1"/>
          </p:cNvSpPr>
          <p:nvPr>
            <p:ph type="body"/>
          </p:nvPr>
        </p:nvSpPr>
        <p:spPr>
          <a:xfrm>
            <a:off x="4674240" y="3682080"/>
            <a:ext cx="4014720" cy="189576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endParaRPr lang="en-IN"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endParaRPr lang="en-IN"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endParaRPr lang="en-IN"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endParaRPr lang="en-IN"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endParaRPr lang="en-IN"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endParaRPr lang="en-IN"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endParaRPr lang="en-IN" sz="2800" b="0" u="none" strike="noStrike">
              <a:solidFill>
                <a:srgbClr val="000000"/>
              </a:solidFill>
              <a:effectLst/>
              <a:uFillTx/>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bg>
      <p:bgPr>
        <a:solidFill>
          <a:srgbClr val="FFFFFF"/>
        </a:solidFill>
        <a:effectLst/>
      </p:bgPr>
    </p:bg>
    <p:spTree>
      <p:nvGrpSpPr>
        <p:cNvPr id="1" name=""/>
        <p:cNvGrpSpPr/>
        <p:nvPr/>
      </p:nvGrpSpPr>
      <p:grpSpPr>
        <a:xfrm>
          <a:off x="0" y="0"/>
          <a:ext cx="0" cy="0"/>
          <a:chOff x="0" y="0"/>
          <a:chExt cx="0" cy="0"/>
        </a:xfrm>
      </p:grpSpPr>
      <p:sp>
        <p:nvSpPr>
          <p:cNvPr id="197" name="CustomShape 1"/>
          <p:cNvSpPr/>
          <p:nvPr/>
        </p:nvSpPr>
        <p:spPr>
          <a:xfrm>
            <a:off x="0" y="0"/>
            <a:ext cx="914256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sp>
        <p:nvSpPr>
          <p:cNvPr id="198" name="CustomShape 2"/>
          <p:cNvSpPr/>
          <p:nvPr/>
        </p:nvSpPr>
        <p:spPr>
          <a:xfrm flipV="1">
            <a:off x="0" y="6703920"/>
            <a:ext cx="9142560" cy="19656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199" name="Picture 10" descr="LOGO.gif"/>
          <p:cNvPicPr/>
          <p:nvPr/>
        </p:nvPicPr>
        <p:blipFill>
          <a:blip r:embed="rId2"/>
          <a:srcRect b="10738"/>
          <a:stretch/>
        </p:blipFill>
        <p:spPr>
          <a:xfrm>
            <a:off x="6553080" y="228600"/>
            <a:ext cx="2055960" cy="633600"/>
          </a:xfrm>
          <a:prstGeom prst="rect">
            <a:avLst/>
          </a:prstGeom>
          <a:noFill/>
          <a:ln w="9360">
            <a:noFill/>
          </a:ln>
        </p:spPr>
      </p:pic>
      <p:pic>
        <p:nvPicPr>
          <p:cNvPr id="200" name="Picture 10" descr="LOGO.gif"/>
          <p:cNvPicPr/>
          <p:nvPr/>
        </p:nvPicPr>
        <p:blipFill>
          <a:blip r:embed="rId2"/>
          <a:srcRect b="10738"/>
          <a:stretch/>
        </p:blipFill>
        <p:spPr>
          <a:xfrm>
            <a:off x="6553080" y="228600"/>
            <a:ext cx="2055960" cy="633600"/>
          </a:xfrm>
          <a:prstGeom prst="rect">
            <a:avLst/>
          </a:prstGeom>
          <a:noFill/>
          <a:ln w="9360">
            <a:noFill/>
          </a:ln>
        </p:spPr>
      </p:pic>
      <p:grpSp>
        <p:nvGrpSpPr>
          <p:cNvPr id="201" name="Group 3"/>
          <p:cNvGrpSpPr/>
          <p:nvPr/>
        </p:nvGrpSpPr>
        <p:grpSpPr>
          <a:xfrm>
            <a:off x="6146640" y="0"/>
            <a:ext cx="2995920" cy="874800"/>
            <a:chOff x="6146640" y="0"/>
            <a:chExt cx="2995920" cy="874800"/>
          </a:xfrm>
        </p:grpSpPr>
        <p:sp>
          <p:nvSpPr>
            <p:cNvPr id="202" name="CustomShape 4"/>
            <p:cNvSpPr/>
            <p:nvPr/>
          </p:nvSpPr>
          <p:spPr>
            <a:xfrm>
              <a:off x="6146640" y="0"/>
              <a:ext cx="299592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203" name="Picture 9" descr="LOGO.gif"/>
            <p:cNvPicPr/>
            <p:nvPr/>
          </p:nvPicPr>
          <p:blipFill>
            <a:blip r:embed="rId2"/>
            <a:srcRect b="10738"/>
            <a:stretch/>
          </p:blipFill>
          <p:spPr>
            <a:xfrm>
              <a:off x="6553080" y="228600"/>
              <a:ext cx="2055960" cy="633600"/>
            </a:xfrm>
            <a:prstGeom prst="rect">
              <a:avLst/>
            </a:prstGeom>
            <a:noFill/>
            <a:ln w="9360">
              <a:noFill/>
            </a:ln>
          </p:spPr>
        </p:pic>
        <p:sp>
          <p:nvSpPr>
            <p:cNvPr id="204" name="CustomShape 5"/>
            <p:cNvSpPr/>
            <p:nvPr/>
          </p:nvSpPr>
          <p:spPr>
            <a:xfrm>
              <a:off x="6527880" y="190440"/>
              <a:ext cx="2075040" cy="6843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pPr>
                <a:lnSpc>
                  <a:spcPct val="100000"/>
                </a:lnSpc>
              </a:pPr>
              <a:endParaRPr lang="en-US" sz="1800" b="0" u="none" strike="noStrike">
                <a:solidFill>
                  <a:srgbClr val="000000"/>
                </a:solidFill>
                <a:effectLst/>
                <a:uFillTx/>
                <a:latin typeface="Arial"/>
                <a:ea typeface="DejaVu Sans"/>
              </a:endParaRPr>
            </a:p>
          </p:txBody>
        </p:sp>
      </p:grpSp>
      <p:pic>
        <p:nvPicPr>
          <p:cNvPr id="205" name="Picture 15" descr="logo.jpg"/>
          <p:cNvPicPr/>
          <p:nvPr/>
        </p:nvPicPr>
        <p:blipFill>
          <a:blip r:embed="rId3"/>
          <a:stretch/>
        </p:blipFill>
        <p:spPr>
          <a:xfrm>
            <a:off x="6553080" y="228600"/>
            <a:ext cx="1919520" cy="608040"/>
          </a:xfrm>
          <a:prstGeom prst="rect">
            <a:avLst/>
          </a:prstGeom>
          <a:noFill/>
          <a:ln w="9360">
            <a:noFill/>
          </a:ln>
        </p:spPr>
      </p:pic>
      <p:pic>
        <p:nvPicPr>
          <p:cNvPr id="206" name="Picture 10" descr="LOGO.gif"/>
          <p:cNvPicPr/>
          <p:nvPr/>
        </p:nvPicPr>
        <p:blipFill>
          <a:blip r:embed="rId2"/>
          <a:srcRect b="10738"/>
          <a:stretch/>
        </p:blipFill>
        <p:spPr>
          <a:xfrm>
            <a:off x="6553080" y="228600"/>
            <a:ext cx="2055960" cy="633600"/>
          </a:xfrm>
          <a:prstGeom prst="rect">
            <a:avLst/>
          </a:prstGeom>
          <a:noFill/>
          <a:ln w="9360">
            <a:noFill/>
          </a:ln>
        </p:spPr>
      </p:pic>
      <p:grpSp>
        <p:nvGrpSpPr>
          <p:cNvPr id="207" name="Group 6"/>
          <p:cNvGrpSpPr/>
          <p:nvPr/>
        </p:nvGrpSpPr>
        <p:grpSpPr>
          <a:xfrm>
            <a:off x="6146640" y="0"/>
            <a:ext cx="2995920" cy="874800"/>
            <a:chOff x="6146640" y="0"/>
            <a:chExt cx="2995920" cy="874800"/>
          </a:xfrm>
        </p:grpSpPr>
        <p:sp>
          <p:nvSpPr>
            <p:cNvPr id="208" name="CustomShape 7"/>
            <p:cNvSpPr/>
            <p:nvPr/>
          </p:nvSpPr>
          <p:spPr>
            <a:xfrm>
              <a:off x="6146640" y="0"/>
              <a:ext cx="2995920" cy="83664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u="none" strike="noStrike">
                <a:solidFill>
                  <a:srgbClr val="FFFFFF"/>
                </a:solidFill>
                <a:effectLst/>
                <a:uFillTx/>
                <a:latin typeface="Arial"/>
                <a:ea typeface="DejaVu Sans"/>
              </a:endParaRPr>
            </a:p>
          </p:txBody>
        </p:sp>
        <p:pic>
          <p:nvPicPr>
            <p:cNvPr id="209" name="Picture 9" descr="LOGO.gif"/>
            <p:cNvPicPr/>
            <p:nvPr/>
          </p:nvPicPr>
          <p:blipFill>
            <a:blip r:embed="rId2"/>
            <a:srcRect b="10738"/>
            <a:stretch/>
          </p:blipFill>
          <p:spPr>
            <a:xfrm>
              <a:off x="6553080" y="228600"/>
              <a:ext cx="2055960" cy="633600"/>
            </a:xfrm>
            <a:prstGeom prst="rect">
              <a:avLst/>
            </a:prstGeom>
            <a:noFill/>
            <a:ln w="9360">
              <a:noFill/>
            </a:ln>
          </p:spPr>
        </p:pic>
        <p:sp>
          <p:nvSpPr>
            <p:cNvPr id="210" name="CustomShape 8"/>
            <p:cNvSpPr/>
            <p:nvPr/>
          </p:nvSpPr>
          <p:spPr>
            <a:xfrm>
              <a:off x="6527880" y="190440"/>
              <a:ext cx="2075040" cy="6843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pPr>
                <a:lnSpc>
                  <a:spcPct val="100000"/>
                </a:lnSpc>
              </a:pPr>
              <a:endParaRPr lang="en-US" sz="1800" b="0" u="none" strike="noStrike">
                <a:solidFill>
                  <a:srgbClr val="000000"/>
                </a:solidFill>
                <a:effectLst/>
                <a:uFillTx/>
                <a:latin typeface="Arial"/>
                <a:ea typeface="DejaVu Sans"/>
              </a:endParaRPr>
            </a:p>
          </p:txBody>
        </p:sp>
      </p:grpSp>
      <p:pic>
        <p:nvPicPr>
          <p:cNvPr id="211" name="Picture 15" descr="logo.jpg"/>
          <p:cNvPicPr/>
          <p:nvPr/>
        </p:nvPicPr>
        <p:blipFill>
          <a:blip r:embed="rId3"/>
          <a:stretch/>
        </p:blipFill>
        <p:spPr>
          <a:xfrm>
            <a:off x="6553080" y="228600"/>
            <a:ext cx="1919520" cy="608040"/>
          </a:xfrm>
          <a:prstGeom prst="rect">
            <a:avLst/>
          </a:prstGeom>
          <a:noFill/>
          <a:ln w="9360">
            <a:noFill/>
          </a:ln>
        </p:spPr>
      </p:pic>
      <p:sp>
        <p:nvSpPr>
          <p:cNvPr id="212" name="PlaceHolder 1"/>
          <p:cNvSpPr>
            <a:spLocks noGrp="1"/>
          </p:cNvSpPr>
          <p:nvPr>
            <p:ph type="title"/>
          </p:nvPr>
        </p:nvSpPr>
        <p:spPr>
          <a:xfrm>
            <a:off x="0" y="0"/>
            <a:ext cx="5484960" cy="912960"/>
          </a:xfrm>
          <a:prstGeom prst="rect">
            <a:avLst/>
          </a:prstGeom>
          <a:noFill/>
          <a:ln w="0">
            <a:noFill/>
          </a:ln>
        </p:spPr>
        <p:txBody>
          <a:bodyPr lIns="0" tIns="0" rIns="0" bIns="0" anchor="ctr">
            <a:noAutofit/>
          </a:bodyPr>
          <a:lstStyle/>
          <a:p>
            <a:pPr indent="0">
              <a:lnSpc>
                <a:spcPct val="100000"/>
              </a:lnSpc>
              <a:buNone/>
              <a:tabLst>
                <a:tab pos="0" algn="l"/>
              </a:tabLst>
            </a:pPr>
            <a:r>
              <a:rPr lang="en-US" sz="4400" b="0" u="none" strike="noStrike">
                <a:solidFill>
                  <a:schemeClr val="dk1"/>
                </a:solidFill>
                <a:effectLst/>
                <a:uFillTx/>
                <a:latin typeface="Arial"/>
              </a:rPr>
              <a:t>Click to edit the title text format</a:t>
            </a:r>
            <a:endParaRPr lang="en-IN" sz="4400" b="0" u="none" strike="noStrike">
              <a:solidFill>
                <a:srgbClr val="000000"/>
              </a:solidFill>
              <a:effectLst/>
              <a:uFillTx/>
              <a:latin typeface="Arial"/>
            </a:endParaRPr>
          </a:p>
        </p:txBody>
      </p:sp>
      <p:sp>
        <p:nvSpPr>
          <p:cNvPr id="213" name="PlaceHolder 2"/>
          <p:cNvSpPr>
            <a:spLocks noGrp="1"/>
          </p:cNvSpPr>
          <p:nvPr>
            <p:ph type="body"/>
          </p:nvPr>
        </p:nvSpPr>
        <p:spPr>
          <a:xfrm>
            <a:off x="457200" y="1604520"/>
            <a:ext cx="2648520" cy="1895760"/>
          </a:xfrm>
          <a:prstGeom prst="rect">
            <a:avLst/>
          </a:prstGeom>
          <a:noFill/>
          <a:ln w="0">
            <a:noFill/>
          </a:ln>
        </p:spPr>
        <p:txBody>
          <a:bodyPr lIns="0" tIns="0" rIns="0" bIns="0" anchor="t">
            <a:normAutofit fontScale="25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endParaRPr lang="en-IN"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endParaRPr lang="en-IN"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endParaRPr lang="en-IN"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endParaRPr lang="en-IN"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endParaRPr lang="en-IN"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endParaRPr lang="en-IN"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endParaRPr lang="en-IN" sz="2800" b="0" u="none" strike="noStrike">
              <a:solidFill>
                <a:srgbClr val="000000"/>
              </a:solidFill>
              <a:effectLst/>
              <a:uFillTx/>
              <a:latin typeface="Arial"/>
            </a:endParaRPr>
          </a:p>
        </p:txBody>
      </p:sp>
      <p:sp>
        <p:nvSpPr>
          <p:cNvPr id="214" name="PlaceHolder 3"/>
          <p:cNvSpPr>
            <a:spLocks noGrp="1"/>
          </p:cNvSpPr>
          <p:nvPr>
            <p:ph type="body"/>
          </p:nvPr>
        </p:nvSpPr>
        <p:spPr>
          <a:xfrm>
            <a:off x="3239640" y="1604520"/>
            <a:ext cx="2648520" cy="1895760"/>
          </a:xfrm>
          <a:prstGeom prst="rect">
            <a:avLst/>
          </a:prstGeom>
          <a:noFill/>
          <a:ln w="0">
            <a:noFill/>
          </a:ln>
        </p:spPr>
        <p:txBody>
          <a:bodyPr lIns="0" tIns="0" rIns="0" bIns="0" anchor="t">
            <a:normAutofit fontScale="25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endParaRPr lang="en-IN"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endParaRPr lang="en-IN"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endParaRPr lang="en-IN"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endParaRPr lang="en-IN"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endParaRPr lang="en-IN"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endParaRPr lang="en-IN"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endParaRPr lang="en-IN" sz="2800" b="0" u="none" strike="noStrike">
              <a:solidFill>
                <a:srgbClr val="000000"/>
              </a:solidFill>
              <a:effectLst/>
              <a:uFillTx/>
              <a:latin typeface="Arial"/>
            </a:endParaRPr>
          </a:p>
        </p:txBody>
      </p:sp>
      <p:sp>
        <p:nvSpPr>
          <p:cNvPr id="215" name="PlaceHolder 4"/>
          <p:cNvSpPr>
            <a:spLocks noGrp="1"/>
          </p:cNvSpPr>
          <p:nvPr>
            <p:ph type="body"/>
          </p:nvPr>
        </p:nvSpPr>
        <p:spPr>
          <a:xfrm>
            <a:off x="6022080" y="1604520"/>
            <a:ext cx="2648520" cy="1895760"/>
          </a:xfrm>
          <a:prstGeom prst="rect">
            <a:avLst/>
          </a:prstGeom>
          <a:noFill/>
          <a:ln w="0">
            <a:noFill/>
          </a:ln>
        </p:spPr>
        <p:txBody>
          <a:bodyPr lIns="0" tIns="0" rIns="0" bIns="0" anchor="t">
            <a:normAutofit fontScale="25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endParaRPr lang="en-IN"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endParaRPr lang="en-IN"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endParaRPr lang="en-IN"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endParaRPr lang="en-IN"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endParaRPr lang="en-IN"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endParaRPr lang="en-IN"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endParaRPr lang="en-IN" sz="2800" b="0" u="none" strike="noStrike">
              <a:solidFill>
                <a:srgbClr val="000000"/>
              </a:solidFill>
              <a:effectLst/>
              <a:uFillTx/>
              <a:latin typeface="Arial"/>
            </a:endParaRPr>
          </a:p>
        </p:txBody>
      </p:sp>
      <p:sp>
        <p:nvSpPr>
          <p:cNvPr id="216" name="PlaceHolder 5"/>
          <p:cNvSpPr>
            <a:spLocks noGrp="1"/>
          </p:cNvSpPr>
          <p:nvPr>
            <p:ph type="body"/>
          </p:nvPr>
        </p:nvSpPr>
        <p:spPr>
          <a:xfrm>
            <a:off x="457200" y="3682080"/>
            <a:ext cx="2648520" cy="1895760"/>
          </a:xfrm>
          <a:prstGeom prst="rect">
            <a:avLst/>
          </a:prstGeom>
          <a:noFill/>
          <a:ln w="0">
            <a:noFill/>
          </a:ln>
        </p:spPr>
        <p:txBody>
          <a:bodyPr lIns="0" tIns="0" rIns="0" bIns="0" anchor="t">
            <a:normAutofit fontScale="25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endParaRPr lang="en-IN"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endParaRPr lang="en-IN"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endParaRPr lang="en-IN"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endParaRPr lang="en-IN"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endParaRPr lang="en-IN"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endParaRPr lang="en-IN"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endParaRPr lang="en-IN" sz="2800" b="0" u="none" strike="noStrike">
              <a:solidFill>
                <a:srgbClr val="000000"/>
              </a:solidFill>
              <a:effectLst/>
              <a:uFillTx/>
              <a:latin typeface="Arial"/>
            </a:endParaRPr>
          </a:p>
        </p:txBody>
      </p:sp>
      <p:sp>
        <p:nvSpPr>
          <p:cNvPr id="217" name="PlaceHolder 6"/>
          <p:cNvSpPr>
            <a:spLocks noGrp="1"/>
          </p:cNvSpPr>
          <p:nvPr>
            <p:ph type="body"/>
          </p:nvPr>
        </p:nvSpPr>
        <p:spPr>
          <a:xfrm>
            <a:off x="3239640" y="3682080"/>
            <a:ext cx="2648520" cy="1895760"/>
          </a:xfrm>
          <a:prstGeom prst="rect">
            <a:avLst/>
          </a:prstGeom>
          <a:noFill/>
          <a:ln w="0">
            <a:noFill/>
          </a:ln>
        </p:spPr>
        <p:txBody>
          <a:bodyPr lIns="0" tIns="0" rIns="0" bIns="0" anchor="t">
            <a:normAutofit fontScale="25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endParaRPr lang="en-IN"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endParaRPr lang="en-IN"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endParaRPr lang="en-IN"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endParaRPr lang="en-IN"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endParaRPr lang="en-IN"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endParaRPr lang="en-IN"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endParaRPr lang="en-IN" sz="2800" b="0" u="none" strike="noStrike">
              <a:solidFill>
                <a:srgbClr val="000000"/>
              </a:solidFill>
              <a:effectLst/>
              <a:uFillTx/>
              <a:latin typeface="Arial"/>
            </a:endParaRPr>
          </a:p>
        </p:txBody>
      </p:sp>
      <p:sp>
        <p:nvSpPr>
          <p:cNvPr id="218" name="PlaceHolder 7"/>
          <p:cNvSpPr>
            <a:spLocks noGrp="1"/>
          </p:cNvSpPr>
          <p:nvPr>
            <p:ph type="body"/>
          </p:nvPr>
        </p:nvSpPr>
        <p:spPr>
          <a:xfrm>
            <a:off x="6022080" y="3682080"/>
            <a:ext cx="2648520" cy="1895760"/>
          </a:xfrm>
          <a:prstGeom prst="rect">
            <a:avLst/>
          </a:prstGeom>
          <a:noFill/>
          <a:ln w="0">
            <a:noFill/>
          </a:ln>
        </p:spPr>
        <p:txBody>
          <a:bodyPr lIns="0" tIns="0" rIns="0" bIns="0" anchor="t">
            <a:normAutofit fontScale="25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endParaRPr lang="en-IN"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endParaRPr lang="en-IN"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endParaRPr lang="en-IN"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endParaRPr lang="en-IN"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endParaRPr lang="en-IN"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endParaRPr lang="en-IN"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endParaRPr lang="en-IN" sz="2800" b="0" u="none" strike="noStrike">
              <a:solidFill>
                <a:srgbClr val="000000"/>
              </a:solidFill>
              <a:effectLst/>
              <a:uFillTx/>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expressjs.com/" TargetMode="External"/><Relationship Id="rId2" Type="http://schemas.openxmlformats.org/officeDocument/2006/relationships/hyperlink" Target="https://www.mongodb.com/" TargetMode="External"/><Relationship Id="rId1" Type="http://schemas.openxmlformats.org/officeDocument/2006/relationships/slideLayout" Target="../slideLayouts/slideLayout2.xml"/><Relationship Id="rId5" Type="http://schemas.openxmlformats.org/officeDocument/2006/relationships/hyperlink" Target="https://nodejs.org/" TargetMode="External"/><Relationship Id="rId4" Type="http://schemas.openxmlformats.org/officeDocument/2006/relationships/hyperlink" Target="https://reactjs.org/"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 name="TextShape 1"/>
          <p:cNvSpPr/>
          <p:nvPr/>
        </p:nvSpPr>
        <p:spPr>
          <a:xfrm>
            <a:off x="0" y="840600"/>
            <a:ext cx="9142920" cy="60163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IOHE(22CS422)</a:t>
            </a:r>
          </a:p>
          <a:p>
            <a:pPr algn="ctr">
              <a:lnSpc>
                <a:spcPct val="100000"/>
              </a:lnSpc>
              <a:spcBef>
                <a:spcPts val="400"/>
              </a:spcBef>
            </a:pPr>
            <a:r>
              <a:rPr lang="en-IN" b="1" spc="-1" dirty="0">
                <a:latin typeface="Times New Roman" panose="02020603050405020304" pitchFamily="18" charset="0"/>
                <a:ea typeface="Calibri" panose="020F0502020204030204" pitchFamily="34" charset="0"/>
                <a:cs typeface="Times New Roman" panose="02020603050405020304" pitchFamily="18" charset="0"/>
              </a:rPr>
              <a:t>On</a:t>
            </a:r>
            <a:endParaRPr lang="en-US" spc="-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endParaRPr lang="en-US" spc="-1" dirty="0">
              <a:latin typeface="Times New Roman" panose="02020603050405020304" pitchFamily="18" charset="0"/>
              <a:ea typeface="Calibri" panose="020F0502020204030204" pitchFamily="34" charset="0"/>
              <a:cs typeface="Times New Roman" panose="02020603050405020304" pitchFamily="18" charset="0"/>
            </a:endParaRPr>
          </a:p>
          <a:p>
            <a:pPr algn="ctr">
              <a:spcBef>
                <a:spcPts val="400"/>
              </a:spcBef>
            </a:pPr>
            <a:r>
              <a:rPr lang="en-US" b="1" spc="-1" dirty="0" err="1">
                <a:solidFill>
                  <a:srgbClr val="000000"/>
                </a:solidFill>
                <a:latin typeface="Times New Roman" panose="02020603050405020304" pitchFamily="18" charset="0"/>
                <a:ea typeface="MS PGothic"/>
                <a:cs typeface="Times New Roman" panose="02020603050405020304" pitchFamily="18" charset="0"/>
              </a:rPr>
              <a:t>EdNote’s</a:t>
            </a:r>
            <a:r>
              <a:rPr lang="en-US" b="1" spc="-1" dirty="0">
                <a:solidFill>
                  <a:srgbClr val="000000"/>
                </a:solidFill>
                <a:latin typeface="Times New Roman" panose="02020603050405020304" pitchFamily="18" charset="0"/>
                <a:ea typeface="MS PGothic"/>
                <a:cs typeface="Times New Roman" panose="02020603050405020304" pitchFamily="18" charset="0"/>
              </a:rPr>
              <a:t> E-Learning Website</a:t>
            </a:r>
          </a:p>
          <a:p>
            <a:pPr algn="ctr">
              <a:spcBef>
                <a:spcPts val="400"/>
              </a:spcBef>
            </a:pPr>
            <a:br>
              <a:rPr lang="en-US" spc="-1" dirty="0">
                <a:solidFill>
                  <a:srgbClr val="000000"/>
                </a:solidFill>
                <a:latin typeface="Times New Roman" panose="02020603050405020304" pitchFamily="18" charset="0"/>
                <a:ea typeface="MS PGothic"/>
                <a:cs typeface="Times New Roman" panose="02020603050405020304" pitchFamily="18" charset="0"/>
              </a:rPr>
            </a:br>
            <a:r>
              <a:rPr lang="en-US" spc="-1" dirty="0">
                <a:solidFill>
                  <a:srgbClr val="000000"/>
                </a:solidFill>
                <a:latin typeface="Times New Roman" panose="02020603050405020304" pitchFamily="18" charset="0"/>
                <a:ea typeface="MS PGothic"/>
                <a:cs typeface="Times New Roman" panose="02020603050405020304" pitchFamily="18" charset="0"/>
              </a:rPr>
              <a:t>Abhishek,  Abhay,  Aditya Sharma,  Ayushman Bansal</a:t>
            </a:r>
          </a:p>
          <a:p>
            <a:pPr algn="ctr">
              <a:spcBef>
                <a:spcPts val="400"/>
              </a:spcBef>
            </a:pPr>
            <a:r>
              <a:rPr lang="en-US" spc="-1" dirty="0">
                <a:solidFill>
                  <a:srgbClr val="000000"/>
                </a:solidFill>
                <a:latin typeface="Times New Roman" panose="02020603050405020304" pitchFamily="18" charset="0"/>
                <a:ea typeface="MS PGothic"/>
                <a:cs typeface="Times New Roman" panose="02020603050405020304" pitchFamily="18" charset="0"/>
              </a:rPr>
              <a:t>2210991158,  2210991140,  2210991200,  2210991431</a:t>
            </a:r>
          </a:p>
          <a:p>
            <a:pPr algn="ctr">
              <a:lnSpc>
                <a:spcPct val="100000"/>
              </a:lnSpc>
              <a:spcBef>
                <a:spcPts val="400"/>
              </a:spcBef>
            </a:pPr>
            <a:endParaRPr lang="en-US"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US" spc="-1" dirty="0">
                <a:solidFill>
                  <a:srgbClr val="000000"/>
                </a:solidFill>
                <a:latin typeface="Times New Roman" panose="02020603050405020304" pitchFamily="18" charset="0"/>
                <a:ea typeface="MS PGothic"/>
                <a:cs typeface="Times New Roman" panose="02020603050405020304" pitchFamily="18" charset="0"/>
              </a:rPr>
              <a:t>Dr. Ajay Kumar</a:t>
            </a:r>
            <a:endParaRPr lang="en-US"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latin typeface="Times New Roman" panose="02020603050405020304" pitchFamily="18" charset="0"/>
                <a:ea typeface="MS PGothic"/>
                <a:cs typeface="Times New Roman" panose="02020603050405020304" pitchFamily="18" charset="0"/>
              </a:rPr>
              <a:t>Department of Computer Science and Engineering, </a:t>
            </a:r>
          </a:p>
          <a:p>
            <a:pPr algn="ctr">
              <a:lnSpc>
                <a:spcPct val="100000"/>
              </a:lnSpc>
              <a:spcBef>
                <a:spcPts val="400"/>
              </a:spcBef>
            </a:pPr>
            <a:r>
              <a:rPr lang="en-US" sz="2000"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pc="-1" dirty="0">
              <a:solidFill>
                <a:srgbClr val="000000"/>
              </a:solidFill>
              <a:latin typeface="Calibri"/>
            </a:endParaRPr>
          </a:p>
          <a:p>
            <a:pPr>
              <a:lnSpc>
                <a:spcPct val="100000"/>
              </a:lnSpc>
              <a:spcBef>
                <a:spcPts val="641"/>
              </a:spcBef>
            </a:pPr>
            <a:endParaRPr lang="en-US"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TextShape 1"/>
          <p:cNvSpPr/>
          <p:nvPr/>
        </p:nvSpPr>
        <p:spPr>
          <a:xfrm>
            <a:off x="164160" y="-63573"/>
            <a:ext cx="2576051" cy="905466"/>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 sz="3200" b="1" u="none" strike="noStrike" dirty="0">
                <a:solidFill>
                  <a:schemeClr val="dk1"/>
                </a:solidFill>
                <a:effectLst/>
                <a:uFillTx/>
                <a:latin typeface="Times New Roman"/>
                <a:ea typeface="DejaVu Sans"/>
              </a:rPr>
              <a:t>Introduction</a:t>
            </a:r>
            <a:endParaRPr lang="en-IN" sz="3200" b="1" u="none" strike="noStrike" dirty="0">
              <a:solidFill>
                <a:srgbClr val="000000"/>
              </a:solidFill>
              <a:effectLst/>
              <a:uFillTx/>
              <a:latin typeface="Arial"/>
            </a:endParaRPr>
          </a:p>
        </p:txBody>
      </p:sp>
      <p:sp>
        <p:nvSpPr>
          <p:cNvPr id="227" name="TextShape 3"/>
          <p:cNvSpPr/>
          <p:nvPr/>
        </p:nvSpPr>
        <p:spPr>
          <a:xfrm>
            <a:off x="6553080" y="6356520"/>
            <a:ext cx="2132280" cy="36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pPr>
            <a:fld id="{595A7436-4507-4DDB-8011-818FEA8030CC}" type="slidenum">
              <a:rPr lang="en-US" sz="1200" b="1" u="none" strike="noStrike">
                <a:solidFill>
                  <a:srgbClr val="000000"/>
                </a:solidFill>
                <a:effectLst/>
                <a:uFillTx/>
                <a:latin typeface="Calibri"/>
                <a:ea typeface="MS PGothic"/>
              </a:rPr>
              <a:t>2</a:t>
            </a:fld>
            <a:endParaRPr lang="en-IN" sz="1200" b="0" u="none" strike="noStrike">
              <a:solidFill>
                <a:srgbClr val="000000"/>
              </a:solidFill>
              <a:effectLst/>
              <a:uFillTx/>
              <a:latin typeface="Arial"/>
            </a:endParaRPr>
          </a:p>
        </p:txBody>
      </p:sp>
      <p:sp>
        <p:nvSpPr>
          <p:cNvPr id="228" name="TextShape 2"/>
          <p:cNvSpPr/>
          <p:nvPr/>
        </p:nvSpPr>
        <p:spPr>
          <a:xfrm>
            <a:off x="164160" y="1188720"/>
            <a:ext cx="8837640" cy="5280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285750" indent="-285750" algn="just">
              <a:buFont typeface="Arial" panose="020B0604020202020204" pitchFamily="34" charset="0"/>
              <a:buChar char="•"/>
            </a:pPr>
            <a:r>
              <a:rPr lang="en-IN" sz="2000" dirty="0" err="1">
                <a:latin typeface="Times New Roman" panose="02020603050405020304" pitchFamily="18" charset="0"/>
                <a:cs typeface="Times New Roman" panose="02020603050405020304" pitchFamily="18" charset="0"/>
              </a:rPr>
              <a:t>EdNote’s</a:t>
            </a:r>
            <a:r>
              <a:rPr lang="en-IN" sz="2000" dirty="0">
                <a:latin typeface="Times New Roman" panose="02020603050405020304" pitchFamily="18" charset="0"/>
                <a:cs typeface="Times New Roman" panose="02020603050405020304" pitchFamily="18" charset="0"/>
              </a:rPr>
              <a:t> is an e-learning website experience with MCQ based practice with course, helping learners to practice and enhance their knowledge in a one well-organized platform.</a:t>
            </a:r>
          </a:p>
          <a:p>
            <a:pPr algn="just"/>
            <a:endParaRPr lang="en-IN" sz="20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This platform also provides smart notes, interactive flashcards learning making it easier to understand topics efficiently and revise anytime through these learning methods.</a:t>
            </a:r>
          </a:p>
          <a:p>
            <a:pPr algn="just"/>
            <a:endParaRPr lang="en-IN" sz="20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 addition, </a:t>
            </a:r>
            <a:r>
              <a:rPr lang="en-US" sz="2000" dirty="0" err="1">
                <a:latin typeface="Times New Roman" panose="02020603050405020304" pitchFamily="18" charset="0"/>
                <a:cs typeface="Times New Roman" panose="02020603050405020304" pitchFamily="18" charset="0"/>
              </a:rPr>
              <a:t>EdNote’s</a:t>
            </a:r>
            <a:r>
              <a:rPr lang="en-US" sz="2000" dirty="0">
                <a:latin typeface="Times New Roman" panose="02020603050405020304" pitchFamily="18" charset="0"/>
                <a:cs typeface="Times New Roman" panose="02020603050405020304" pitchFamily="18" charset="0"/>
              </a:rPr>
              <a:t> also integrates performance analytics feature </a:t>
            </a:r>
            <a:r>
              <a:rPr lang="en-IN" sz="2000" dirty="0">
                <a:effectLst/>
                <a:latin typeface="Times New Roman" panose="02020603050405020304" pitchFamily="18" charset="0"/>
                <a:ea typeface="Times New Roman" panose="02020603050405020304" pitchFamily="18" charset="0"/>
              </a:rPr>
              <a:t>to enhance the student learning experience and academic performance in an organized and accessible manner.</a:t>
            </a:r>
            <a:endParaRPr lang="en-US" sz="2000" dirty="0">
              <a:latin typeface="Times New Roman" panose="02020603050405020304" pitchFamily="18" charset="0"/>
              <a:cs typeface="Times New Roman" panose="02020603050405020304" pitchFamily="18" charset="0"/>
            </a:endParaRPr>
          </a:p>
          <a:p>
            <a:pPr marL="285750" indent="-285750" defTabSz="914400">
              <a:lnSpc>
                <a:spcPct val="100000"/>
              </a:lnSpc>
              <a:spcBef>
                <a:spcPts val="1191"/>
              </a:spcBef>
              <a:spcAft>
                <a:spcPts val="992"/>
              </a:spcAft>
              <a:buFont typeface="Arial" panose="020B0604020202020204" pitchFamily="34" charset="0"/>
              <a:buChar char="•"/>
            </a:pPr>
            <a:endParaRPr lang="en-IN" sz="16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 name="PlaceHolder 2"/>
          <p:cNvSpPr>
            <a:spLocks noGrp="1"/>
          </p:cNvSpPr>
          <p:nvPr>
            <p:ph/>
          </p:nvPr>
        </p:nvSpPr>
        <p:spPr>
          <a:xfrm>
            <a:off x="156798" y="1253177"/>
            <a:ext cx="8830404" cy="4152974"/>
          </a:xfrm>
          <a:prstGeom prst="rect">
            <a:avLst/>
          </a:prstGeom>
          <a:noFill/>
          <a:ln w="0">
            <a:noFill/>
          </a:ln>
        </p:spPr>
        <p:txBody>
          <a:bodyPr lIns="0" tIns="0" rIns="0" bIns="0" anchor="t">
            <a:normAutofit fontScale="92500" lnSpcReduction="19999"/>
          </a:bodyPr>
          <a:lstStyle/>
          <a:p>
            <a:pPr marL="228600" marR="0">
              <a:lnSpc>
                <a:spcPct val="115000"/>
              </a:lnSpc>
              <a:spcBef>
                <a:spcPts val="0"/>
              </a:spcBef>
              <a:spcAft>
                <a:spcPts val="800"/>
              </a:spcAft>
            </a:pPr>
            <a:r>
              <a:rPr lang="en-IN" sz="2200" dirty="0">
                <a:effectLst/>
                <a:latin typeface="Times New Roman" panose="02020603050405020304" pitchFamily="18" charset="0"/>
                <a:ea typeface="Times New Roman" panose="02020603050405020304" pitchFamily="18" charset="0"/>
                <a:cs typeface="Times New Roman" panose="02020603050405020304" pitchFamily="18" charset="0"/>
              </a:rPr>
              <a:t>With the rise of the digital education system, students are rapidly accessing and depending on online learning resources for their academic support and exam preparation. However, due to the availability of various educational websites, many platforms provide either study-related material or tests for practice and lack personalized practice tools but rarely all in a single well-organized platform. Students repeatedly switch between many applications for different learning materials, such as MCQ practice, notes, and interactive flashcards, leading to inefficient learning and confusion. Additionally, the lack of proper progress and structured courses affects consistency and learning. This scattered learning experience highlights the need for an integrated learning platform.</a:t>
            </a:r>
            <a:endParaRPr lang="en-US" sz="2200" dirty="0">
              <a:effectLst/>
              <a:latin typeface="Times New Roman" panose="02020603050405020304" pitchFamily="18" charset="0"/>
              <a:ea typeface="Calibri" panose="020F0502020204030204" pitchFamily="34" charset="0"/>
              <a:cs typeface="Times New Roman" panose="02020603050405020304" pitchFamily="18" charset="0"/>
            </a:endParaRPr>
          </a:p>
          <a:p>
            <a:pPr defTabSz="914400">
              <a:lnSpc>
                <a:spcPct val="90000"/>
              </a:lnSpc>
              <a:spcBef>
                <a:spcPts val="1001"/>
              </a:spcBef>
              <a:buClr>
                <a:srgbClr val="000000"/>
              </a:buClr>
              <a:tabLst>
                <a:tab pos="0" algn="l"/>
              </a:tabLst>
            </a:pPr>
            <a:r>
              <a:rPr lang="en-IN" sz="1800" b="0" u="none" strike="noStrike" dirty="0">
                <a:solidFill>
                  <a:schemeClr val="dk1"/>
                </a:solidFill>
                <a:effectLst/>
                <a:uFillTx/>
                <a:latin typeface="Times New Roman" panose="02020603050405020304" pitchFamily="18" charset="0"/>
                <a:ea typeface="Calibri"/>
                <a:cs typeface="Times New Roman" panose="02020603050405020304" pitchFamily="18" charset="0"/>
              </a:rPr>
              <a:t>	</a:t>
            </a:r>
            <a:endParaRPr lang="en-IN" sz="18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4" name="TextShape 1">
            <a:extLst>
              <a:ext uri="{FF2B5EF4-FFF2-40B4-BE49-F238E27FC236}">
                <a16:creationId xmlns:a16="http://schemas.microsoft.com/office/drawing/2014/main" id="{E8EEF364-008C-4906-8680-D3BEB9848E15}"/>
              </a:ext>
            </a:extLst>
          </p:cNvPr>
          <p:cNvSpPr/>
          <p:nvPr/>
        </p:nvSpPr>
        <p:spPr>
          <a:xfrm>
            <a:off x="261238" y="-73406"/>
            <a:ext cx="3588774" cy="905466"/>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 sz="3200" b="1" u="none" strike="noStrike" dirty="0">
                <a:solidFill>
                  <a:schemeClr val="dk1"/>
                </a:solidFill>
                <a:effectLst/>
                <a:uFillTx/>
                <a:latin typeface="Times New Roman"/>
                <a:ea typeface="DejaVu Sans"/>
              </a:rPr>
              <a:t>Problem Statement</a:t>
            </a:r>
            <a:endParaRPr lang="en-IN" sz="3200" b="1" u="none" strike="noStrike" dirty="0">
              <a:solidFill>
                <a:srgbClr val="000000"/>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594D1-5163-49C1-A2D6-F6DD321EABF5}"/>
              </a:ext>
            </a:extLst>
          </p:cNvPr>
          <p:cNvSpPr>
            <a:spLocks noGrp="1"/>
          </p:cNvSpPr>
          <p:nvPr>
            <p:ph type="title"/>
          </p:nvPr>
        </p:nvSpPr>
        <p:spPr/>
        <p:txBody>
          <a:bodyPr/>
          <a:lstStyle/>
          <a:p>
            <a:r>
              <a:rPr lang="en-US" sz="3600" b="1" dirty="0"/>
              <a:t>   </a:t>
            </a:r>
            <a:r>
              <a:rPr lang="en-US" sz="3200" b="1" dirty="0">
                <a:latin typeface="Times New Roman" panose="02020603050405020304" pitchFamily="18" charset="0"/>
                <a:cs typeface="Times New Roman" panose="02020603050405020304" pitchFamily="18" charset="0"/>
              </a:rPr>
              <a:t>Tools and Technologies</a:t>
            </a:r>
            <a:endParaRPr lang="en-US" sz="3600"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C244E2F8-72D2-4369-B60C-5DD2D0EB2852}"/>
              </a:ext>
            </a:extLst>
          </p:cNvPr>
          <p:cNvSpPr>
            <a:spLocks noGrp="1"/>
          </p:cNvSpPr>
          <p:nvPr>
            <p:ph type="body"/>
          </p:nvPr>
        </p:nvSpPr>
        <p:spPr>
          <a:xfrm>
            <a:off x="363792" y="1042220"/>
            <a:ext cx="8711381" cy="4689986"/>
          </a:xfrm>
        </p:spPr>
        <p:txBody>
          <a:bodyPr>
            <a:normAutofit fontScale="92500" lnSpcReduction="10000"/>
          </a:bodyPr>
          <a:lstStyle/>
          <a:p>
            <a:pPr marL="0" marR="0" lvl="0" indent="0" algn="l" rtl="0">
              <a:spcBef>
                <a:spcPts val="0"/>
              </a:spcBef>
              <a:spcAft>
                <a:spcPts val="0"/>
              </a:spcAft>
              <a:buNone/>
            </a:pPr>
            <a:r>
              <a:rPr lang="en-US" sz="2200" dirty="0" err="1">
                <a:solidFill>
                  <a:schemeClr val="dk1"/>
                </a:solidFill>
                <a:latin typeface="Times New Roman"/>
                <a:ea typeface="Times New Roman"/>
                <a:cs typeface="Times New Roman"/>
                <a:sym typeface="Times New Roman"/>
              </a:rPr>
              <a:t>EdNote’s</a:t>
            </a:r>
            <a:r>
              <a:rPr lang="en-US" sz="2200" dirty="0">
                <a:solidFill>
                  <a:schemeClr val="dk1"/>
                </a:solidFill>
                <a:latin typeface="Times New Roman"/>
                <a:ea typeface="Times New Roman"/>
                <a:cs typeface="Times New Roman"/>
                <a:sym typeface="Times New Roman"/>
              </a:rPr>
              <a:t> is built using MERN stack, ensures scalability, performance and modern architecture.  </a:t>
            </a:r>
          </a:p>
          <a:p>
            <a:pPr marL="0" marR="0" lvl="0" indent="0" algn="l" rtl="0">
              <a:spcBef>
                <a:spcPts val="0"/>
              </a:spcBef>
              <a:spcAft>
                <a:spcPts val="0"/>
              </a:spcAft>
              <a:buNone/>
            </a:pPr>
            <a:endParaRPr lang="en-US" sz="2000" dirty="0">
              <a:latin typeface="Times New Roman" panose="02020603050405020304" pitchFamily="18" charset="0"/>
              <a:cs typeface="Times New Roman" panose="02020603050405020304" pitchFamily="18" charset="0"/>
            </a:endParaRPr>
          </a:p>
          <a:p>
            <a:pPr marL="0" marR="0" lvl="0" indent="-114300" algn="l" rtl="0">
              <a:spcBef>
                <a:spcPts val="0"/>
              </a:spcBef>
              <a:spcAft>
                <a:spcPts val="0"/>
              </a:spcAft>
              <a:buClr>
                <a:schemeClr val="dk1"/>
              </a:buClr>
              <a:buSzPts val="1800"/>
              <a:buFont typeface="Arial"/>
              <a:buChar char="•"/>
            </a:pPr>
            <a:r>
              <a:rPr lang="en-US" sz="2200" b="1" dirty="0">
                <a:solidFill>
                  <a:schemeClr val="dk1"/>
                </a:solidFill>
                <a:latin typeface="Times New Roman"/>
                <a:ea typeface="Times New Roman"/>
                <a:cs typeface="Times New Roman"/>
                <a:sym typeface="Times New Roman"/>
              </a:rPr>
              <a:t>MongoDB:</a:t>
            </a:r>
            <a:endParaRPr lang="en-US" sz="3500" dirty="0">
              <a:latin typeface="Times New Roman"/>
              <a:ea typeface="Times New Roman"/>
              <a:cs typeface="Times New Roman"/>
              <a:sym typeface="Times New Roman"/>
            </a:endParaRPr>
          </a:p>
          <a:p>
            <a:pPr marL="742950" marR="0" lvl="1" indent="-285750" algn="l" rtl="0">
              <a:spcBef>
                <a:spcPts val="0"/>
              </a:spcBef>
              <a:spcAft>
                <a:spcPts val="0"/>
              </a:spcAft>
              <a:buClr>
                <a:schemeClr val="dk1"/>
              </a:buClr>
              <a:buSzPts val="1800"/>
              <a:buFont typeface="Times New Roman"/>
              <a:buChar char="•"/>
            </a:pPr>
            <a:r>
              <a:rPr lang="en-US" sz="1900" i="0" u="none" strike="noStrike" cap="none" dirty="0">
                <a:solidFill>
                  <a:schemeClr val="dk1"/>
                </a:solidFill>
                <a:latin typeface="Times New Roman"/>
                <a:ea typeface="Times New Roman"/>
                <a:cs typeface="Times New Roman"/>
                <a:sym typeface="Times New Roman"/>
              </a:rPr>
              <a:t>A NoSQL database used to store user details and other data.</a:t>
            </a:r>
            <a:endParaRPr lang="en-US" sz="2600" dirty="0">
              <a:latin typeface="Times New Roman"/>
              <a:ea typeface="Times New Roman"/>
              <a:cs typeface="Times New Roman"/>
              <a:sym typeface="Times New Roman"/>
            </a:endParaRPr>
          </a:p>
          <a:p>
            <a:pPr marL="742950" marR="0" lvl="1" indent="-285750" algn="l" rtl="0">
              <a:spcBef>
                <a:spcPts val="0"/>
              </a:spcBef>
              <a:spcAft>
                <a:spcPts val="0"/>
              </a:spcAft>
              <a:buClr>
                <a:schemeClr val="dk1"/>
              </a:buClr>
              <a:buSzPts val="1800"/>
              <a:buFont typeface="Times New Roman"/>
              <a:buChar char="•"/>
            </a:pPr>
            <a:r>
              <a:rPr lang="en-US" sz="1900" i="0" u="none" strike="noStrike" cap="none" dirty="0">
                <a:solidFill>
                  <a:schemeClr val="dk1"/>
                </a:solidFill>
                <a:latin typeface="Times New Roman"/>
                <a:ea typeface="Times New Roman"/>
                <a:cs typeface="Times New Roman"/>
                <a:sym typeface="Times New Roman"/>
              </a:rPr>
              <a:t>Enables dynamic schema support.</a:t>
            </a:r>
          </a:p>
          <a:p>
            <a:pPr marL="457200" marR="0" lvl="1" indent="0" algn="l" rtl="0">
              <a:spcBef>
                <a:spcPts val="0"/>
              </a:spcBef>
              <a:spcAft>
                <a:spcPts val="0"/>
              </a:spcAft>
              <a:buClr>
                <a:schemeClr val="dk1"/>
              </a:buClr>
              <a:buSzPts val="1800"/>
              <a:buNone/>
            </a:pPr>
            <a:endParaRPr lang="en-US" dirty="0">
              <a:latin typeface="Times New Roman"/>
              <a:ea typeface="Times New Roman"/>
              <a:cs typeface="Times New Roman"/>
              <a:sym typeface="Times New Roman"/>
            </a:endParaRPr>
          </a:p>
          <a:p>
            <a:pPr marL="0" marR="0" lvl="0" indent="-114300" algn="l" rtl="0">
              <a:spcBef>
                <a:spcPts val="0"/>
              </a:spcBef>
              <a:spcAft>
                <a:spcPts val="0"/>
              </a:spcAft>
              <a:buClr>
                <a:schemeClr val="dk1"/>
              </a:buClr>
              <a:buSzPts val="1800"/>
              <a:buFont typeface="Arial"/>
              <a:buChar char="•"/>
            </a:pPr>
            <a:r>
              <a:rPr lang="en-US" sz="2200" b="1" dirty="0">
                <a:solidFill>
                  <a:schemeClr val="dk1"/>
                </a:solidFill>
                <a:latin typeface="Times New Roman"/>
                <a:ea typeface="Times New Roman"/>
                <a:cs typeface="Times New Roman"/>
                <a:sym typeface="Times New Roman"/>
              </a:rPr>
              <a:t>Express.js:</a:t>
            </a:r>
            <a:endParaRPr lang="en-US" sz="3500" dirty="0">
              <a:latin typeface="Times New Roman"/>
              <a:ea typeface="Times New Roman"/>
              <a:cs typeface="Times New Roman"/>
              <a:sym typeface="Times New Roman"/>
            </a:endParaRPr>
          </a:p>
          <a:p>
            <a:pPr marL="742950" marR="0" lvl="1" indent="-285750" algn="l" rtl="0">
              <a:spcBef>
                <a:spcPts val="0"/>
              </a:spcBef>
              <a:spcAft>
                <a:spcPts val="0"/>
              </a:spcAft>
              <a:buClr>
                <a:schemeClr val="dk1"/>
              </a:buClr>
              <a:buSzPts val="1800"/>
              <a:buFont typeface="Times New Roman"/>
              <a:buChar char="•"/>
            </a:pPr>
            <a:r>
              <a:rPr lang="en-US" sz="1900" i="0" u="none" strike="noStrike" cap="none" dirty="0">
                <a:solidFill>
                  <a:schemeClr val="dk1"/>
                </a:solidFill>
                <a:latin typeface="Times New Roman"/>
                <a:ea typeface="Times New Roman"/>
                <a:cs typeface="Times New Roman"/>
                <a:sym typeface="Times New Roman"/>
              </a:rPr>
              <a:t>Web application framework for handling backend logic and APIs.</a:t>
            </a:r>
            <a:endParaRPr lang="en-US" sz="2600" dirty="0">
              <a:latin typeface="Times New Roman"/>
              <a:ea typeface="Times New Roman"/>
              <a:cs typeface="Times New Roman"/>
              <a:sym typeface="Times New Roman"/>
            </a:endParaRPr>
          </a:p>
          <a:p>
            <a:pPr marL="742950" marR="0" lvl="1" indent="-285750" algn="l" rtl="0">
              <a:spcBef>
                <a:spcPts val="0"/>
              </a:spcBef>
              <a:spcAft>
                <a:spcPts val="0"/>
              </a:spcAft>
              <a:buClr>
                <a:schemeClr val="dk1"/>
              </a:buClr>
              <a:buSzPts val="1800"/>
              <a:buFont typeface="Times New Roman"/>
              <a:buChar char="•"/>
            </a:pPr>
            <a:r>
              <a:rPr lang="en-US" sz="1900" i="0" u="none" strike="noStrike" cap="none" dirty="0">
                <a:solidFill>
                  <a:schemeClr val="dk1"/>
                </a:solidFill>
                <a:latin typeface="Times New Roman"/>
                <a:ea typeface="Times New Roman"/>
                <a:cs typeface="Times New Roman"/>
                <a:sym typeface="Times New Roman"/>
              </a:rPr>
              <a:t>Secure data transfer between frontend and backend.</a:t>
            </a:r>
          </a:p>
          <a:p>
            <a:pPr marL="457200" marR="0" lvl="1" indent="0" algn="l" rtl="0">
              <a:spcBef>
                <a:spcPts val="0"/>
              </a:spcBef>
              <a:spcAft>
                <a:spcPts val="0"/>
              </a:spcAft>
              <a:buClr>
                <a:schemeClr val="dk1"/>
              </a:buClr>
              <a:buSzPts val="1800"/>
              <a:buNone/>
            </a:pPr>
            <a:endParaRPr lang="en-US" dirty="0">
              <a:latin typeface="Times New Roman"/>
              <a:ea typeface="Times New Roman"/>
              <a:cs typeface="Times New Roman"/>
              <a:sym typeface="Times New Roman"/>
            </a:endParaRPr>
          </a:p>
          <a:p>
            <a:pPr marL="0" marR="0" lvl="0" indent="-114300" algn="l" rtl="0">
              <a:spcBef>
                <a:spcPts val="0"/>
              </a:spcBef>
              <a:spcAft>
                <a:spcPts val="0"/>
              </a:spcAft>
              <a:buClr>
                <a:schemeClr val="dk1"/>
              </a:buClr>
              <a:buSzPts val="1800"/>
              <a:buFont typeface="Arial"/>
              <a:buChar char="•"/>
            </a:pPr>
            <a:r>
              <a:rPr lang="en-US" sz="2200" b="1" dirty="0">
                <a:solidFill>
                  <a:schemeClr val="dk1"/>
                </a:solidFill>
                <a:latin typeface="Times New Roman"/>
                <a:ea typeface="Times New Roman"/>
                <a:cs typeface="Times New Roman"/>
                <a:sym typeface="Times New Roman"/>
              </a:rPr>
              <a:t>React:</a:t>
            </a:r>
            <a:endParaRPr lang="en-US" sz="3500" dirty="0">
              <a:latin typeface="Times New Roman"/>
              <a:ea typeface="Times New Roman"/>
              <a:cs typeface="Times New Roman"/>
              <a:sym typeface="Times New Roman"/>
            </a:endParaRPr>
          </a:p>
          <a:p>
            <a:pPr marL="742950" marR="0" lvl="1" indent="-285750" algn="l" rtl="0">
              <a:spcBef>
                <a:spcPts val="0"/>
              </a:spcBef>
              <a:spcAft>
                <a:spcPts val="0"/>
              </a:spcAft>
              <a:buClr>
                <a:schemeClr val="dk1"/>
              </a:buClr>
              <a:buSzPts val="1800"/>
              <a:buFont typeface="Times New Roman"/>
              <a:buChar char="•"/>
            </a:pPr>
            <a:r>
              <a:rPr lang="en-US" sz="1900" dirty="0">
                <a:solidFill>
                  <a:schemeClr val="dk1"/>
                </a:solidFill>
                <a:latin typeface="Times New Roman"/>
                <a:ea typeface="Times New Roman"/>
                <a:cs typeface="Times New Roman"/>
                <a:sym typeface="Times New Roman"/>
              </a:rPr>
              <a:t>A library for creating dynamic and user-friendly interfaces.</a:t>
            </a:r>
            <a:endParaRPr lang="en-US" sz="2600" dirty="0">
              <a:latin typeface="Times New Roman"/>
              <a:ea typeface="Times New Roman"/>
              <a:cs typeface="Times New Roman"/>
              <a:sym typeface="Times New Roman"/>
            </a:endParaRPr>
          </a:p>
          <a:p>
            <a:pPr marL="742950" marR="0" lvl="1" indent="-285750" algn="l" rtl="0">
              <a:spcBef>
                <a:spcPts val="0"/>
              </a:spcBef>
              <a:spcAft>
                <a:spcPts val="0"/>
              </a:spcAft>
              <a:buClr>
                <a:schemeClr val="dk1"/>
              </a:buClr>
              <a:buSzPts val="1800"/>
              <a:buFont typeface="Times New Roman"/>
              <a:buChar char="•"/>
            </a:pPr>
            <a:r>
              <a:rPr lang="en-US" sz="1900" i="0" u="none" strike="noStrike" cap="none" dirty="0">
                <a:solidFill>
                  <a:schemeClr val="dk1"/>
                </a:solidFill>
                <a:latin typeface="Times New Roman"/>
                <a:ea typeface="Times New Roman"/>
                <a:cs typeface="Times New Roman"/>
                <a:sym typeface="Times New Roman"/>
              </a:rPr>
              <a:t>Ensures a seamless user experience.</a:t>
            </a:r>
          </a:p>
          <a:p>
            <a:pPr marL="457200" marR="0" lvl="1" indent="0" algn="l" rtl="0">
              <a:spcBef>
                <a:spcPts val="0"/>
              </a:spcBef>
              <a:spcAft>
                <a:spcPts val="0"/>
              </a:spcAft>
              <a:buClr>
                <a:schemeClr val="dk1"/>
              </a:buClr>
              <a:buSzPts val="1800"/>
              <a:buNone/>
            </a:pPr>
            <a:endParaRPr lang="en-US" dirty="0">
              <a:latin typeface="Times New Roman"/>
              <a:ea typeface="Times New Roman"/>
              <a:cs typeface="Times New Roman"/>
              <a:sym typeface="Times New Roman"/>
            </a:endParaRPr>
          </a:p>
          <a:p>
            <a:pPr marL="0" marR="0" lvl="0" indent="-114300" algn="l" rtl="0">
              <a:spcBef>
                <a:spcPts val="0"/>
              </a:spcBef>
              <a:spcAft>
                <a:spcPts val="0"/>
              </a:spcAft>
              <a:buClr>
                <a:schemeClr val="dk1"/>
              </a:buClr>
              <a:buSzPts val="1800"/>
              <a:buFont typeface="Arial"/>
              <a:buChar char="•"/>
            </a:pPr>
            <a:r>
              <a:rPr lang="en-US" sz="2200" b="1" dirty="0">
                <a:solidFill>
                  <a:schemeClr val="dk1"/>
                </a:solidFill>
                <a:latin typeface="Times New Roman"/>
                <a:ea typeface="Times New Roman"/>
                <a:cs typeface="Times New Roman"/>
                <a:sym typeface="Times New Roman"/>
              </a:rPr>
              <a:t>Node.js:</a:t>
            </a:r>
            <a:endParaRPr lang="en-US" sz="3900" dirty="0">
              <a:latin typeface="Times New Roman"/>
              <a:ea typeface="Times New Roman"/>
              <a:cs typeface="Times New Roman"/>
              <a:sym typeface="Times New Roman"/>
            </a:endParaRPr>
          </a:p>
          <a:p>
            <a:pPr marL="742950" marR="0" lvl="1" indent="-285750" algn="l" rtl="0">
              <a:spcBef>
                <a:spcPts val="0"/>
              </a:spcBef>
              <a:spcAft>
                <a:spcPts val="0"/>
              </a:spcAft>
              <a:buClr>
                <a:schemeClr val="dk1"/>
              </a:buClr>
              <a:buSzPts val="1800"/>
              <a:buFont typeface="Times New Roman"/>
              <a:buChar char="•"/>
            </a:pPr>
            <a:r>
              <a:rPr lang="en-US" sz="1900" i="0" u="none" strike="noStrike" cap="none" dirty="0">
                <a:solidFill>
                  <a:schemeClr val="dk1"/>
                </a:solidFill>
                <a:latin typeface="Times New Roman"/>
                <a:ea typeface="Times New Roman"/>
                <a:cs typeface="Times New Roman"/>
                <a:sym typeface="Times New Roman"/>
              </a:rPr>
              <a:t>A server-side JavaScript runtime environment, allowing fast and real-time interactions and scalable development.</a:t>
            </a:r>
            <a:endParaRPr lang="en-US" sz="2600" dirty="0">
              <a:latin typeface="Times New Roman"/>
              <a:ea typeface="Times New Roman"/>
              <a:cs typeface="Times New Roman"/>
              <a:sym typeface="Times New Roman"/>
            </a:endParaRPr>
          </a:p>
          <a:p>
            <a:pPr marL="0" marR="0" lvl="0" indent="0" algn="l" rtl="0">
              <a:spcBef>
                <a:spcPts val="0"/>
              </a:spcBef>
              <a:spcAft>
                <a:spcPts val="0"/>
              </a:spcAft>
              <a:buNone/>
            </a:pPr>
            <a:endParaRPr lang="en-US" sz="2000" b="1" dirty="0">
              <a:latin typeface="Times New Roman"/>
              <a:ea typeface="Times New Roman"/>
              <a:cs typeface="Times New Roman"/>
              <a:sym typeface="Times New Roman"/>
            </a:endParaRPr>
          </a:p>
        </p:txBody>
      </p:sp>
    </p:spTree>
    <p:extLst>
      <p:ext uri="{BB962C8B-B14F-4D97-AF65-F5344CB8AC3E}">
        <p14:creationId xmlns:p14="http://schemas.microsoft.com/office/powerpoint/2010/main" val="42782374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A6BBA-24BF-11A7-1F96-89146F0AFB46}"/>
            </a:ext>
          </a:extLst>
        </p:cNvPr>
        <p:cNvGrpSpPr/>
        <p:nvPr/>
      </p:nvGrpSpPr>
      <p:grpSpPr>
        <a:xfrm>
          <a:off x="0" y="0"/>
          <a:ext cx="0" cy="0"/>
          <a:chOff x="0" y="0"/>
          <a:chExt cx="0" cy="0"/>
        </a:xfrm>
      </p:grpSpPr>
      <p:sp>
        <p:nvSpPr>
          <p:cNvPr id="5" name="TextShape 1">
            <a:extLst>
              <a:ext uri="{FF2B5EF4-FFF2-40B4-BE49-F238E27FC236}">
                <a16:creationId xmlns:a16="http://schemas.microsoft.com/office/drawing/2014/main" id="{6AA00B53-4247-45E3-96A7-F8ECE3BE50BD}"/>
              </a:ext>
            </a:extLst>
          </p:cNvPr>
          <p:cNvSpPr/>
          <p:nvPr/>
        </p:nvSpPr>
        <p:spPr>
          <a:xfrm>
            <a:off x="261238" y="-73406"/>
            <a:ext cx="3465188" cy="905466"/>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 sz="3200" b="1" u="none" strike="noStrike" dirty="0">
                <a:solidFill>
                  <a:schemeClr val="dk1"/>
                </a:solidFill>
                <a:effectLst/>
                <a:uFillTx/>
                <a:latin typeface="Times New Roman"/>
                <a:ea typeface="DejaVu Sans"/>
              </a:rPr>
              <a:t>Project Snapshots</a:t>
            </a:r>
            <a:endParaRPr lang="en-IN" sz="3200" b="1" u="none" strike="noStrike" dirty="0">
              <a:solidFill>
                <a:srgbClr val="000000"/>
              </a:solidFill>
              <a:effectLst/>
              <a:uFillTx/>
              <a:latin typeface="Arial"/>
            </a:endParaRPr>
          </a:p>
        </p:txBody>
      </p:sp>
      <p:pic>
        <p:nvPicPr>
          <p:cNvPr id="7" name="Picture 6">
            <a:extLst>
              <a:ext uri="{FF2B5EF4-FFF2-40B4-BE49-F238E27FC236}">
                <a16:creationId xmlns:a16="http://schemas.microsoft.com/office/drawing/2014/main" id="{DC71B344-57CB-40D6-88BE-BCB5A15130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31582"/>
            <a:ext cx="9144000" cy="4394835"/>
          </a:xfrm>
          <a:prstGeom prst="rect">
            <a:avLst/>
          </a:prstGeom>
        </p:spPr>
      </p:pic>
    </p:spTree>
    <p:extLst>
      <p:ext uri="{BB962C8B-B14F-4D97-AF65-F5344CB8AC3E}">
        <p14:creationId xmlns:p14="http://schemas.microsoft.com/office/powerpoint/2010/main" val="13750542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925F144-2C43-492C-B286-5750F9C317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43012"/>
            <a:ext cx="9144000" cy="43719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5FED565-5A1E-4F5C-97F0-B6829060FA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40155"/>
            <a:ext cx="9144000" cy="437769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D29A2DF-45B1-4CB2-BF28-82B7B0FB80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34440"/>
            <a:ext cx="9144000" cy="43891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B7F41-614B-4464-8F49-98AF3596C878}"/>
              </a:ext>
            </a:extLst>
          </p:cNvPr>
          <p:cNvSpPr>
            <a:spLocks noGrp="1"/>
          </p:cNvSpPr>
          <p:nvPr>
            <p:ph type="title"/>
          </p:nvPr>
        </p:nvSpPr>
        <p:spPr>
          <a:xfrm>
            <a:off x="383458" y="0"/>
            <a:ext cx="5484960" cy="912960"/>
          </a:xfrm>
        </p:spPr>
        <p:txBody>
          <a:bodyPr/>
          <a:lstStyle/>
          <a:p>
            <a:r>
              <a:rPr lang="en-US" sz="3200" b="1" dirty="0">
                <a:latin typeface="Times New Roman" panose="02020603050405020304" pitchFamily="18" charset="0"/>
                <a:cs typeface="Times New Roman" panose="02020603050405020304" pitchFamily="18" charset="0"/>
              </a:rPr>
              <a:t>Key Features</a:t>
            </a:r>
          </a:p>
        </p:txBody>
      </p:sp>
      <p:sp>
        <p:nvSpPr>
          <p:cNvPr id="3" name="Text Placeholder 2">
            <a:extLst>
              <a:ext uri="{FF2B5EF4-FFF2-40B4-BE49-F238E27FC236}">
                <a16:creationId xmlns:a16="http://schemas.microsoft.com/office/drawing/2014/main" id="{A136BB09-1FCB-4C64-A33E-812441A29E8C}"/>
              </a:ext>
            </a:extLst>
          </p:cNvPr>
          <p:cNvSpPr>
            <a:spLocks noGrp="1"/>
          </p:cNvSpPr>
          <p:nvPr>
            <p:ph type="body"/>
          </p:nvPr>
        </p:nvSpPr>
        <p:spPr>
          <a:xfrm>
            <a:off x="304801" y="835741"/>
            <a:ext cx="8347586" cy="4090219"/>
          </a:xfrm>
        </p:spPr>
        <p:txBody>
          <a:bodyPr>
            <a:normAutofit/>
          </a:bodyPr>
          <a:lstStyle/>
          <a:p>
            <a:pPr marL="457200" indent="-457200">
              <a:buFont typeface="+mj-lt"/>
              <a:buAutoNum type="arabicPeriod"/>
            </a:pPr>
            <a:r>
              <a:rPr lang="en-US" sz="2000" b="1" dirty="0">
                <a:latin typeface="Times New Roman" panose="02020603050405020304" pitchFamily="18" charset="0"/>
                <a:cs typeface="Times New Roman" panose="02020603050405020304" pitchFamily="18" charset="0"/>
              </a:rPr>
              <a:t>MCQ’s and Courses: </a:t>
            </a:r>
            <a:r>
              <a:rPr lang="en-US" sz="1800" dirty="0" err="1">
                <a:latin typeface="Times New Roman" panose="02020603050405020304" pitchFamily="18" charset="0"/>
                <a:cs typeface="Times New Roman" panose="02020603050405020304" pitchFamily="18" charset="0"/>
              </a:rPr>
              <a:t>EdNote’s</a:t>
            </a:r>
            <a:r>
              <a:rPr lang="en-US" sz="1800" dirty="0">
                <a:latin typeface="Times New Roman" panose="02020603050405020304" pitchFamily="18" charset="0"/>
                <a:cs typeface="Times New Roman" panose="02020603050405020304" pitchFamily="18" charset="0"/>
              </a:rPr>
              <a:t> provide a comprehensive collection of MCQ feature and also including courses part, helping to practice topics and learning to enhance knowledge.</a:t>
            </a:r>
            <a:endParaRPr lang="en-US" sz="2000" b="1"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000" b="1" dirty="0">
                <a:latin typeface="Times New Roman" panose="02020603050405020304" pitchFamily="18" charset="0"/>
                <a:cs typeface="Times New Roman" panose="02020603050405020304" pitchFamily="18" charset="0"/>
              </a:rPr>
              <a:t>Smart Notes: </a:t>
            </a:r>
            <a:r>
              <a:rPr lang="en-US" sz="1800" dirty="0">
                <a:latin typeface="Times New Roman" panose="02020603050405020304" pitchFamily="18" charset="0"/>
                <a:cs typeface="Times New Roman" panose="02020603050405020304" pitchFamily="18" charset="0"/>
              </a:rPr>
              <a:t>This feature simplify the study process with adding notes of particular topic, to pin important ones, to search within notes and deleting notes to make revision faster and more effective.</a:t>
            </a:r>
            <a:endParaRPr lang="en-US" sz="2000" b="1"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000" b="1" dirty="0">
                <a:latin typeface="Times New Roman" panose="02020603050405020304" pitchFamily="18" charset="0"/>
                <a:cs typeface="Times New Roman" panose="02020603050405020304" pitchFamily="18" charset="0"/>
              </a:rPr>
              <a:t>Interactive Flashcards: </a:t>
            </a:r>
            <a:r>
              <a:rPr lang="en-US" sz="1800" dirty="0">
                <a:latin typeface="Times New Roman" panose="02020603050405020304" pitchFamily="18" charset="0"/>
                <a:cs typeface="Times New Roman" panose="02020603050405020304" pitchFamily="18" charset="0"/>
              </a:rPr>
              <a:t>Make revision easy by using flashcards to support in recalling topics that help in retain information longer in very effective way.</a:t>
            </a:r>
          </a:p>
          <a:p>
            <a:pPr marL="457200" indent="-457200">
              <a:buFont typeface="+mj-lt"/>
              <a:buAutoNum type="arabicPeriod"/>
            </a:pPr>
            <a:r>
              <a:rPr lang="en-US" sz="2000" b="1" dirty="0">
                <a:latin typeface="Times New Roman" panose="02020603050405020304" pitchFamily="18" charset="0"/>
                <a:cs typeface="Times New Roman" panose="02020603050405020304" pitchFamily="18" charset="0"/>
              </a:rPr>
              <a:t>Analytics: </a:t>
            </a:r>
            <a:r>
              <a:rPr lang="en-US" sz="1800" dirty="0">
                <a:latin typeface="Times New Roman" panose="02020603050405020304" pitchFamily="18" charset="0"/>
                <a:cs typeface="Times New Roman" panose="02020603050405020304" pitchFamily="18" charset="0"/>
              </a:rPr>
              <a:t>This feature provides a visual representation of score trend and topic-wise performance through charts. Helping users to get a clear view to identify areas to do better and improve accordingly. </a:t>
            </a:r>
          </a:p>
          <a:p>
            <a:pPr marL="0" indent="0">
              <a:buNone/>
            </a:pP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91445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86C522B-7F46-078C-2736-01FED5ED3EC9}"/>
              </a:ext>
            </a:extLst>
          </p:cNvPr>
          <p:cNvSpPr txBox="1"/>
          <p:nvPr/>
        </p:nvSpPr>
        <p:spPr>
          <a:xfrm>
            <a:off x="344128" y="1375236"/>
            <a:ext cx="8646289" cy="3323987"/>
          </a:xfrm>
          <a:prstGeom prst="rect">
            <a:avLst/>
          </a:prstGeom>
          <a:noFill/>
        </p:spPr>
        <p:txBody>
          <a:bodyPr wrap="square">
            <a:spAutoFit/>
          </a:bodyPr>
          <a:lstStyle/>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2000" b="1" dirty="0">
                <a:latin typeface="Times New Roman" panose="02020603050405020304" pitchFamily="18" charset="0"/>
                <a:cs typeface="Times New Roman" panose="02020603050405020304" pitchFamily="18" charset="0"/>
              </a:rPr>
              <a:t>AI Integration: </a:t>
            </a:r>
            <a:r>
              <a:rPr lang="en-US" altLang="en-US" dirty="0">
                <a:latin typeface="Times New Roman" panose="02020603050405020304" pitchFamily="18" charset="0"/>
                <a:cs typeface="Times New Roman" panose="02020603050405020304" pitchFamily="18" charset="0"/>
              </a:rPr>
              <a:t>Use of AI will enhance learning and make it easier for user to ask for any question and receive instant support, which helps maintain their interest and focus on their goals.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Offline Study Mode: </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Users will be able to download courses, notes, and flashcards to study without any internet connection.</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2000" b="1" dirty="0">
                <a:latin typeface="Times New Roman" panose="02020603050405020304" pitchFamily="18" charset="0"/>
                <a:cs typeface="Times New Roman" panose="02020603050405020304" pitchFamily="18" charset="0"/>
              </a:rPr>
              <a:t>Certification: </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After completing every module or courses, certificates will be issued to boost your career prospects.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2000" b="1" dirty="0">
                <a:latin typeface="Times New Roman" panose="02020603050405020304" pitchFamily="18" charset="0"/>
                <a:cs typeface="Times New Roman" panose="02020603050405020304" pitchFamily="18" charset="0"/>
              </a:rPr>
              <a:t>Mobile App: </a:t>
            </a:r>
            <a:r>
              <a:rPr lang="en-US" altLang="en-US" dirty="0">
                <a:latin typeface="Times New Roman" panose="02020603050405020304" pitchFamily="18" charset="0"/>
                <a:cs typeface="Times New Roman" panose="02020603050405020304" pitchFamily="18" charset="0"/>
              </a:rPr>
              <a:t>Making the platform accessible anytime.</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Paid Courses: </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Users will be able to purchase courses through secure payment transactions.</a:t>
            </a:r>
          </a:p>
          <a:p>
            <a:pPr marR="0" lvl="0" algn="just" defTabSz="914400" rtl="0" eaLnBrk="0" fontAlgn="base" latinLnBrk="0" hangingPunct="0">
              <a:lnSpc>
                <a:spcPct val="100000"/>
              </a:lnSpc>
              <a:spcBef>
                <a:spcPct val="0"/>
              </a:spcBef>
              <a:spcAft>
                <a:spcPct val="0"/>
              </a:spcAft>
              <a:buClrTx/>
              <a:buSzTx/>
              <a:tabLs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6" name="Title 2">
            <a:extLst>
              <a:ext uri="{FF2B5EF4-FFF2-40B4-BE49-F238E27FC236}">
                <a16:creationId xmlns:a16="http://schemas.microsoft.com/office/drawing/2014/main" id="{0EE76FD1-160F-42C4-8C93-E3AECD4EA657}"/>
              </a:ext>
            </a:extLst>
          </p:cNvPr>
          <p:cNvSpPr>
            <a:spLocks noGrp="1"/>
          </p:cNvSpPr>
          <p:nvPr>
            <p:ph type="title"/>
          </p:nvPr>
        </p:nvSpPr>
        <p:spPr>
          <a:xfrm>
            <a:off x="344128" y="0"/>
            <a:ext cx="5140831" cy="912960"/>
          </a:xfrm>
        </p:spPr>
        <p:txBody>
          <a:bodyPr/>
          <a:lstStyle/>
          <a:p>
            <a:r>
              <a:rPr lang="en-US" sz="3200" b="1" dirty="0">
                <a:latin typeface="Times New Roman" panose="02020603050405020304" pitchFamily="18" charset="0"/>
                <a:cs typeface="Times New Roman" panose="02020603050405020304" pitchFamily="18" charset="0"/>
              </a:rPr>
              <a:t>Future Scope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 name="PlaceHolder 1"/>
          <p:cNvSpPr>
            <a:spLocks noGrp="1"/>
          </p:cNvSpPr>
          <p:nvPr>
            <p:ph type="title"/>
          </p:nvPr>
        </p:nvSpPr>
        <p:spPr>
          <a:xfrm>
            <a:off x="0" y="0"/>
            <a:ext cx="5484960" cy="912960"/>
          </a:xfrm>
          <a:prstGeom prst="rect">
            <a:avLst/>
          </a:prstGeom>
          <a:noFill/>
          <a:ln w="0">
            <a:noFill/>
          </a:ln>
        </p:spPr>
        <p:txBody>
          <a:bodyPr lIns="0" tIns="0" rIns="0" bIns="0" anchor="ctr">
            <a:noAutofit/>
          </a:bodyPr>
          <a:lstStyle/>
          <a:p>
            <a:pPr indent="0" defTabSz="914400">
              <a:lnSpc>
                <a:spcPct val="90000"/>
              </a:lnSpc>
              <a:buNone/>
              <a:tabLst>
                <a:tab pos="0" algn="l"/>
              </a:tabLst>
            </a:pPr>
            <a:r>
              <a:rPr lang="en-IN" sz="3200" b="1" u="none" strike="noStrike" dirty="0">
                <a:solidFill>
                  <a:schemeClr val="dk1"/>
                </a:solidFill>
                <a:effectLst/>
                <a:uFillTx/>
                <a:latin typeface="Times New Roman" panose="02020603050405020304" pitchFamily="18" charset="0"/>
                <a:ea typeface="DejaVu Sans"/>
                <a:cs typeface="Times New Roman" panose="02020603050405020304" pitchFamily="18" charset="0"/>
              </a:rPr>
              <a:t>     Conclusion</a:t>
            </a:r>
            <a:endParaRPr lang="en-IN" sz="32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244" name="TextBox 3"/>
          <p:cNvSpPr/>
          <p:nvPr/>
        </p:nvSpPr>
        <p:spPr>
          <a:xfrm>
            <a:off x="207720" y="1252320"/>
            <a:ext cx="8936280" cy="286086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0" marR="0" lvl="0" indent="0" algn="just" rtl="0">
              <a:spcBef>
                <a:spcPts val="0"/>
              </a:spcBef>
              <a:spcAft>
                <a:spcPts val="0"/>
              </a:spcAft>
              <a:buNone/>
            </a:pPr>
            <a:r>
              <a:rPr lang="en-US" dirty="0" err="1">
                <a:latin typeface="Times New Roman" panose="02020603050405020304" pitchFamily="18" charset="0"/>
                <a:cs typeface="Times New Roman" panose="02020603050405020304" pitchFamily="18" charset="0"/>
              </a:rPr>
              <a:t>EdNote’s</a:t>
            </a:r>
            <a:r>
              <a:rPr lang="en-US" dirty="0">
                <a:latin typeface="Times New Roman" panose="02020603050405020304" pitchFamily="18" charset="0"/>
                <a:cs typeface="Times New Roman" panose="02020603050405020304" pitchFamily="18" charset="0"/>
              </a:rPr>
              <a:t> E-Learning Website is a well-structured e-learning platform that enhances learning through MCQ based practice, courses. It also includes smart notes, interactive flashcards and analytics features to help learners.</a:t>
            </a:r>
            <a:endParaRPr lang="en-US" sz="18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just" rtl="0">
              <a:spcBef>
                <a:spcPts val="0"/>
              </a:spcBef>
              <a:spcAft>
                <a:spcPts val="0"/>
              </a:spcAft>
              <a:buNone/>
            </a:pPr>
            <a:endParaRPr lang="en-US" sz="1800" b="1"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285750" marR="0" lvl="0" indent="-285750" algn="just" rtl="0">
              <a:spcBef>
                <a:spcPts val="0"/>
              </a:spcBef>
              <a:spcAft>
                <a:spcPts val="0"/>
              </a:spcAft>
              <a:buFont typeface="Arial" panose="020B0604020202020204" pitchFamily="34" charset="0"/>
              <a:buChar char="•"/>
            </a:pP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Enhances learning efficiency and user engagement.</a:t>
            </a:r>
          </a:p>
          <a:p>
            <a:pPr marL="285750" marR="0" lvl="0" indent="-285750" algn="just" rtl="0">
              <a:spcBef>
                <a:spcPts val="0"/>
              </a:spcBef>
              <a:spcAft>
                <a:spcPts val="0"/>
              </a:spcAft>
              <a:buFont typeface="Arial" panose="020B0604020202020204" pitchFamily="34" charset="0"/>
              <a:buChar char="•"/>
            </a:pPr>
            <a:r>
              <a:rPr lang="en-US" sz="1800" dirty="0">
                <a:solidFill>
                  <a:schemeClr val="dk1"/>
                </a:solidFill>
                <a:latin typeface="Times New Roman" panose="02020603050405020304" pitchFamily="18" charset="0"/>
                <a:ea typeface="Times New Roman"/>
                <a:cs typeface="Times New Roman" panose="02020603050405020304" pitchFamily="18" charset="0"/>
                <a:sym typeface="Times New Roman"/>
              </a:rPr>
              <a:t>Improves accessibility by providing a centralized online learning website.</a:t>
            </a:r>
          </a:p>
          <a:p>
            <a:pPr marL="285750" marR="0" lvl="0" indent="-285750" algn="just" rtl="0">
              <a:spcBef>
                <a:spcPts val="0"/>
              </a:spcBef>
              <a:spcAft>
                <a:spcPts val="0"/>
              </a:spcAft>
              <a:buFont typeface="Arial" panose="020B0604020202020204" pitchFamily="34" charset="0"/>
              <a:buChar char="•"/>
            </a:pP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Supports comprehensive learning with combined features.</a:t>
            </a:r>
          </a:p>
          <a:p>
            <a:pPr marL="285750" marR="0" lvl="0" indent="-285750" algn="just" rtl="0">
              <a:spcBef>
                <a:spcPts val="0"/>
              </a:spcBef>
              <a:spcAft>
                <a:spcPts val="0"/>
              </a:spcAft>
              <a:buFont typeface="Arial" panose="020B0604020202020204" pitchFamily="34" charset="0"/>
              <a:buChar char="•"/>
            </a:pPr>
            <a:r>
              <a:rPr lang="en-US" sz="1800" dirty="0">
                <a:solidFill>
                  <a:schemeClr val="dk1"/>
                </a:solidFill>
                <a:latin typeface="Times New Roman" panose="02020603050405020304" pitchFamily="18" charset="0"/>
                <a:ea typeface="Times New Roman"/>
                <a:cs typeface="Times New Roman" panose="02020603050405020304" pitchFamily="18" charset="0"/>
                <a:sym typeface="Times New Roman"/>
              </a:rPr>
              <a:t>Enables consistent practice, leading to improved performance. </a:t>
            </a:r>
          </a:p>
          <a:p>
            <a:endParaRPr lang="en-US" dirty="0">
              <a:latin typeface="Times New Roman" panose="02020603050405020304" pitchFamily="18" charset="0"/>
              <a:cs typeface="Times New Roman" panose="02020603050405020304" pitchFamily="18" charset="0"/>
            </a:endParaRPr>
          </a:p>
          <a:p>
            <a:pPr defTabSz="914400">
              <a:lnSpc>
                <a:spcPct val="100000"/>
              </a:lnSpc>
            </a:pPr>
            <a:endParaRPr lang="en-IN" sz="1800" b="0" u="none" strike="noStrike" dirty="0">
              <a:solidFill>
                <a:srgbClr val="000000"/>
              </a:solidFill>
              <a:effectLst/>
              <a:uFillTx/>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 name="PlaceHolder 1"/>
          <p:cNvSpPr>
            <a:spLocks noGrp="1"/>
          </p:cNvSpPr>
          <p:nvPr>
            <p:ph type="title"/>
          </p:nvPr>
        </p:nvSpPr>
        <p:spPr>
          <a:xfrm>
            <a:off x="0" y="0"/>
            <a:ext cx="5484960" cy="912960"/>
          </a:xfrm>
          <a:prstGeom prst="rect">
            <a:avLst/>
          </a:prstGeom>
          <a:noFill/>
          <a:ln w="0">
            <a:noFill/>
          </a:ln>
        </p:spPr>
        <p:txBody>
          <a:bodyPr lIns="0" tIns="0" rIns="0" bIns="0" anchor="ctr">
            <a:noAutofit/>
          </a:bodyPr>
          <a:lstStyle/>
          <a:p>
            <a:pPr indent="0" defTabSz="914400">
              <a:lnSpc>
                <a:spcPct val="90000"/>
              </a:lnSpc>
              <a:buNone/>
              <a:tabLst>
                <a:tab pos="0" algn="l"/>
              </a:tabLst>
            </a:pPr>
            <a:r>
              <a:rPr lang="en-IN" sz="3200" b="1" u="none" strike="noStrike" dirty="0">
                <a:solidFill>
                  <a:schemeClr val="dk1"/>
                </a:solidFill>
                <a:effectLst/>
                <a:uFillTx/>
                <a:latin typeface="Times New Roman" panose="02020603050405020304" pitchFamily="18" charset="0"/>
                <a:ea typeface="DejaVu Sans"/>
                <a:cs typeface="Times New Roman" panose="02020603050405020304" pitchFamily="18" charset="0"/>
              </a:rPr>
              <a:t>   </a:t>
            </a:r>
            <a:r>
              <a:rPr lang="en-IN" sz="3200" b="1" dirty="0">
                <a:solidFill>
                  <a:schemeClr val="dk1"/>
                </a:solidFill>
                <a:latin typeface="Times New Roman" panose="02020603050405020304" pitchFamily="18" charset="0"/>
                <a:ea typeface="DejaVu Sans"/>
                <a:cs typeface="Times New Roman" panose="02020603050405020304" pitchFamily="18" charset="0"/>
              </a:rPr>
              <a:t> </a:t>
            </a:r>
            <a:r>
              <a:rPr lang="en-IN" sz="3200" b="1" u="none" strike="noStrike" dirty="0">
                <a:solidFill>
                  <a:schemeClr val="dk1"/>
                </a:solidFill>
                <a:effectLst/>
                <a:uFillTx/>
                <a:latin typeface="Times New Roman" panose="02020603050405020304" pitchFamily="18" charset="0"/>
                <a:ea typeface="DejaVu Sans"/>
                <a:cs typeface="Times New Roman" panose="02020603050405020304" pitchFamily="18" charset="0"/>
              </a:rPr>
              <a:t>References</a:t>
            </a:r>
            <a:endParaRPr lang="en-IN" sz="32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246" name="TextBox 3"/>
          <p:cNvSpPr/>
          <p:nvPr/>
        </p:nvSpPr>
        <p:spPr>
          <a:xfrm>
            <a:off x="337999" y="1808522"/>
            <a:ext cx="8907120" cy="2216654"/>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343080" indent="-343080" defTabSz="914400">
              <a:lnSpc>
                <a:spcPct val="107000"/>
              </a:lnSpc>
              <a:spcAft>
                <a:spcPts val="2540"/>
              </a:spcAft>
              <a:buClr>
                <a:srgbClr val="000000"/>
              </a:buClr>
              <a:buFont typeface="Symbol" charset="2"/>
              <a:buChar char=""/>
              <a:tabLst>
                <a:tab pos="457200" algn="l"/>
              </a:tabLst>
            </a:pPr>
            <a:r>
              <a:rPr lang="en-US" sz="1800" b="0" u="sng" strike="noStrike" dirty="0">
                <a:solidFill>
                  <a:srgbClr val="0000FF"/>
                </a:solidFill>
                <a:effectLst/>
                <a:uFillTx/>
                <a:latin typeface="Arial"/>
                <a:ea typeface="Times New Roman"/>
                <a:hlinkClick r:id="rId2"/>
              </a:rPr>
              <a:t>https://www.mongodb.com</a:t>
            </a:r>
            <a:endParaRPr lang="en-US" sz="1800" b="0" u="sng" strike="noStrike" dirty="0">
              <a:solidFill>
                <a:srgbClr val="0000FF"/>
              </a:solidFill>
              <a:effectLst/>
              <a:uFillTx/>
              <a:latin typeface="Arial"/>
              <a:ea typeface="Times New Roman"/>
            </a:endParaRPr>
          </a:p>
          <a:p>
            <a:pPr marL="343080" indent="-343080">
              <a:lnSpc>
                <a:spcPct val="107000"/>
              </a:lnSpc>
              <a:spcAft>
                <a:spcPts val="2540"/>
              </a:spcAft>
              <a:buClr>
                <a:srgbClr val="000000"/>
              </a:buClr>
              <a:buFont typeface="Symbol" charset="2"/>
              <a:buChar char=""/>
              <a:tabLst>
                <a:tab pos="457200" algn="l"/>
              </a:tabLst>
            </a:pPr>
            <a:r>
              <a:rPr lang="en-IN" sz="1800" b="0" u="none" strike="noStrike" dirty="0">
                <a:solidFill>
                  <a:srgbClr val="000000"/>
                </a:solidFill>
                <a:effectLst/>
                <a:uFillTx/>
                <a:latin typeface="Arial"/>
                <a:hlinkClick r:id="rId3"/>
              </a:rPr>
              <a:t>https://expressjs.com</a:t>
            </a:r>
            <a:endParaRPr lang="en-IN" sz="1800" b="0" u="none" strike="noStrike" dirty="0">
              <a:solidFill>
                <a:srgbClr val="000000"/>
              </a:solidFill>
              <a:effectLst/>
              <a:uFillTx/>
              <a:latin typeface="Arial"/>
            </a:endParaRPr>
          </a:p>
          <a:p>
            <a:pPr marL="343080" indent="-343080" defTabSz="914400">
              <a:lnSpc>
                <a:spcPct val="107000"/>
              </a:lnSpc>
              <a:spcAft>
                <a:spcPts val="2540"/>
              </a:spcAft>
              <a:buClr>
                <a:srgbClr val="000000"/>
              </a:buClr>
              <a:buFont typeface="Symbol" charset="2"/>
              <a:buChar char=""/>
              <a:tabLst>
                <a:tab pos="457200" algn="l"/>
              </a:tabLst>
            </a:pPr>
            <a:r>
              <a:rPr lang="en-US" sz="1800" b="0" u="sng" strike="noStrike" dirty="0">
                <a:solidFill>
                  <a:srgbClr val="0000FF"/>
                </a:solidFill>
                <a:effectLst/>
                <a:uFillTx/>
                <a:latin typeface="Arial"/>
                <a:ea typeface="Times New Roman"/>
                <a:hlinkClick r:id="rId4"/>
              </a:rPr>
              <a:t>https://reactjs.org</a:t>
            </a:r>
            <a:endParaRPr lang="en-IN" sz="1800" b="0" u="none" strike="noStrike" dirty="0">
              <a:solidFill>
                <a:srgbClr val="000000"/>
              </a:solidFill>
              <a:effectLst/>
              <a:uFillTx/>
              <a:latin typeface="Arial"/>
            </a:endParaRPr>
          </a:p>
          <a:p>
            <a:pPr marL="343080" indent="-343080" defTabSz="914400">
              <a:lnSpc>
                <a:spcPct val="107000"/>
              </a:lnSpc>
              <a:spcAft>
                <a:spcPts val="2540"/>
              </a:spcAft>
              <a:buClr>
                <a:srgbClr val="000000"/>
              </a:buClr>
              <a:buFont typeface="Symbol" charset="2"/>
              <a:buChar char=""/>
              <a:tabLst>
                <a:tab pos="457200" algn="l"/>
              </a:tabLst>
            </a:pPr>
            <a:r>
              <a:rPr lang="en-US" sz="1800" b="0" u="sng" strike="noStrike" dirty="0">
                <a:solidFill>
                  <a:srgbClr val="0000FF"/>
                </a:solidFill>
                <a:effectLst/>
                <a:uFillTx/>
                <a:latin typeface="Arial"/>
                <a:ea typeface="Times New Roman"/>
                <a:hlinkClick r:id="rId5"/>
              </a:rPr>
              <a:t>https://nodejs.org</a:t>
            </a:r>
            <a:endParaRPr lang="en-US" sz="1800" b="0" u="sng" strike="noStrike" dirty="0">
              <a:solidFill>
                <a:srgbClr val="0000FF"/>
              </a:solidFill>
              <a:effectLst/>
              <a:uFillTx/>
              <a:latin typeface="Arial"/>
              <a:ea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 name="TextShape 1"/>
          <p:cNvSpPr/>
          <p:nvPr/>
        </p:nvSpPr>
        <p:spPr>
          <a:xfrm>
            <a:off x="1326937" y="2841344"/>
            <a:ext cx="6704640" cy="14097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IN" sz="5400" b="1" u="none" strike="noStrike" dirty="0">
                <a:solidFill>
                  <a:srgbClr val="000000"/>
                </a:solidFill>
                <a:effectLst/>
                <a:uFillTx/>
                <a:latin typeface="Times New Roman" panose="02020603050405020304" pitchFamily="18" charset="0"/>
                <a:cs typeface="Times New Roman" panose="02020603050405020304" pitchFamily="18" charset="0"/>
              </a:rPr>
              <a:t>Thank You</a:t>
            </a:r>
          </a:p>
        </p:txBody>
      </p:sp>
      <p:sp>
        <p:nvSpPr>
          <p:cNvPr id="248" name="TextShape 3"/>
          <p:cNvSpPr/>
          <p:nvPr/>
        </p:nvSpPr>
        <p:spPr>
          <a:xfrm>
            <a:off x="6553080" y="6356520"/>
            <a:ext cx="2132280" cy="36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pPr>
            <a:fld id="{6C1B3FB4-3906-4057-B0F5-20B3EC150B49}" type="slidenum">
              <a:rPr lang="en-US" sz="1200" b="1" u="none" strike="noStrike">
                <a:solidFill>
                  <a:srgbClr val="000000"/>
                </a:solidFill>
                <a:effectLst/>
                <a:uFillTx/>
                <a:latin typeface="Calibri"/>
                <a:ea typeface="MS PGothic"/>
              </a:rPr>
              <a:t>13</a:t>
            </a:fld>
            <a:endParaRPr lang="en-IN" sz="1200" b="0" u="none" strike="noStrike">
              <a:solidFill>
                <a:srgbClr val="000000"/>
              </a:solidFill>
              <a:effectLst/>
              <a:uFillTx/>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42327</TotalTime>
  <Words>684</Words>
  <Application>Microsoft Office PowerPoint</Application>
  <PresentationFormat>On-screen Show (4:3)</PresentationFormat>
  <Paragraphs>69</Paragraphs>
  <Slides>13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Symbol</vt:lpstr>
      <vt:lpstr>Times New Roman</vt:lpstr>
      <vt:lpstr>Wingdings</vt:lpstr>
      <vt:lpstr>Office Theme</vt:lpstr>
      <vt:lpstr>PowerPoint Presentation</vt:lpstr>
      <vt:lpstr>PowerPoint Presentation</vt:lpstr>
      <vt:lpstr>PowerPoint Presentation</vt:lpstr>
      <vt:lpstr>   Tools and Technologies</vt:lpstr>
      <vt:lpstr>PowerPoint Presentation</vt:lpstr>
      <vt:lpstr>PowerPoint Presentation</vt:lpstr>
      <vt:lpstr>PowerPoint Presentation</vt:lpstr>
      <vt:lpstr>PowerPoint Presentation</vt:lpstr>
      <vt:lpstr>Key Features</vt:lpstr>
      <vt:lpstr>Future Scope</vt:lpstr>
      <vt:lpstr>     Conclusion</vt:lpstr>
      <vt:lpstr>    References</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subject/>
  <dc:creator>ABC</dc:creator>
  <dc:description/>
  <cp:lastModifiedBy>HP</cp:lastModifiedBy>
  <cp:revision>2387</cp:revision>
  <dcterms:created xsi:type="dcterms:W3CDTF">2010-04-09T07:36:15Z</dcterms:created>
  <dcterms:modified xsi:type="dcterms:W3CDTF">2026-04-30T15:44:39Z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0x010100096F1BF43DDE004485E7A868D137D60A</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1</vt:i4>
  </property>
  <property fmtid="{D5CDD505-2E9C-101B-9397-08002B2CF9AE}" pid="8" name="PresentationFormat">
    <vt:lpwstr>On-screen Show (4:3)</vt:lpwstr>
  </property>
  <property fmtid="{D5CDD505-2E9C-101B-9397-08002B2CF9AE}" pid="9" name="ScaleCrop">
    <vt:bool>false</vt:bool>
  </property>
  <property fmtid="{D5CDD505-2E9C-101B-9397-08002B2CF9AE}" pid="10" name="ShareDoc">
    <vt:bool>false</vt:bool>
  </property>
  <property fmtid="{D5CDD505-2E9C-101B-9397-08002B2CF9AE}" pid="11" name="Slides">
    <vt:i4>13</vt:i4>
  </property>
</Properties>
</file>